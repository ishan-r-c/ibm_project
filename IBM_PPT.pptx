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rompt Bold" charset="1" panose="00000800000000000000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471" y="-160554"/>
            <a:ext cx="8875059" cy="5304054"/>
            <a:chOff x="369570" y="346710"/>
            <a:chExt cx="2973070" cy="2973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8420" y="0"/>
              <a:ext cx="11956381" cy="7394720"/>
            </a:xfrm>
            <a:custGeom>
              <a:avLst/>
              <a:gdLst/>
              <a:ahLst/>
              <a:cxnLst/>
              <a:rect r="r" b="b" t="t" l="l"/>
              <a:pathLst>
                <a:path h="7394720" w="11956381">
                  <a:moveTo>
                    <a:pt x="3265062" y="7394720"/>
                  </a:moveTo>
                  <a:cubicBezTo>
                    <a:pt x="3549092" y="7394720"/>
                    <a:pt x="3776316" y="7255431"/>
                    <a:pt x="3776316" y="7081320"/>
                  </a:cubicBezTo>
                  <a:lnTo>
                    <a:pt x="3605898" y="7081320"/>
                  </a:lnTo>
                  <a:cubicBezTo>
                    <a:pt x="3605898" y="7196234"/>
                    <a:pt x="3452522" y="7290253"/>
                    <a:pt x="3265062" y="7290253"/>
                  </a:cubicBezTo>
                  <a:cubicBezTo>
                    <a:pt x="3077602" y="7290253"/>
                    <a:pt x="2924226" y="7196234"/>
                    <a:pt x="2924226" y="7081320"/>
                  </a:cubicBezTo>
                  <a:lnTo>
                    <a:pt x="2753808" y="7081320"/>
                  </a:lnTo>
                  <a:cubicBezTo>
                    <a:pt x="2753808" y="7255431"/>
                    <a:pt x="2981032" y="7394720"/>
                    <a:pt x="3265062" y="7394720"/>
                  </a:cubicBezTo>
                  <a:close/>
                  <a:moveTo>
                    <a:pt x="0" y="4723858"/>
                  </a:moveTo>
                  <a:cubicBezTo>
                    <a:pt x="0" y="4897969"/>
                    <a:pt x="50800" y="5037258"/>
                    <a:pt x="114300" y="5037258"/>
                  </a:cubicBezTo>
                  <a:lnTo>
                    <a:pt x="114300" y="4932792"/>
                  </a:lnTo>
                  <a:cubicBezTo>
                    <a:pt x="72390" y="4932792"/>
                    <a:pt x="38100" y="4838772"/>
                    <a:pt x="38100" y="4723858"/>
                  </a:cubicBezTo>
                  <a:cubicBezTo>
                    <a:pt x="38100" y="4608945"/>
                    <a:pt x="72390" y="4514925"/>
                    <a:pt x="114300" y="4514925"/>
                  </a:cubicBezTo>
                  <a:lnTo>
                    <a:pt x="114300" y="4410459"/>
                  </a:lnTo>
                  <a:cubicBezTo>
                    <a:pt x="50800" y="4410459"/>
                    <a:pt x="0" y="4549747"/>
                    <a:pt x="0" y="4723858"/>
                  </a:cubicBezTo>
                  <a:close/>
                  <a:moveTo>
                    <a:pt x="10933873" y="101600"/>
                  </a:moveTo>
                  <a:lnTo>
                    <a:pt x="11956381" y="101600"/>
                  </a:lnTo>
                  <a:lnTo>
                    <a:pt x="11956381" y="139700"/>
                  </a:lnTo>
                  <a:lnTo>
                    <a:pt x="10933873" y="139700"/>
                  </a:lnTo>
                  <a:lnTo>
                    <a:pt x="10933873" y="101600"/>
                  </a:lnTo>
                  <a:close/>
                  <a:moveTo>
                    <a:pt x="11189500" y="2230590"/>
                  </a:moveTo>
                  <a:cubicBezTo>
                    <a:pt x="11189500" y="2404701"/>
                    <a:pt x="11416724" y="2543989"/>
                    <a:pt x="11700754" y="2543989"/>
                  </a:cubicBezTo>
                  <a:lnTo>
                    <a:pt x="11700754" y="2439523"/>
                  </a:lnTo>
                  <a:cubicBezTo>
                    <a:pt x="11513295" y="2439523"/>
                    <a:pt x="11359918" y="2345503"/>
                    <a:pt x="11359918" y="2230590"/>
                  </a:cubicBezTo>
                  <a:cubicBezTo>
                    <a:pt x="11359918" y="2115677"/>
                    <a:pt x="11513295" y="2021657"/>
                    <a:pt x="11700754" y="2021657"/>
                  </a:cubicBezTo>
                  <a:lnTo>
                    <a:pt x="11700754" y="1917190"/>
                  </a:lnTo>
                  <a:cubicBezTo>
                    <a:pt x="11416724" y="1917190"/>
                    <a:pt x="11189500" y="2056479"/>
                    <a:pt x="11189500" y="2230590"/>
                  </a:cubicBezTo>
                  <a:close/>
                  <a:moveTo>
                    <a:pt x="3509328" y="116840"/>
                  </a:moveTo>
                  <a:cubicBezTo>
                    <a:pt x="3509328" y="53340"/>
                    <a:pt x="3282104" y="2540"/>
                    <a:pt x="2998074" y="2540"/>
                  </a:cubicBezTo>
                  <a:lnTo>
                    <a:pt x="2998074" y="40640"/>
                  </a:lnTo>
                  <a:cubicBezTo>
                    <a:pt x="3185534" y="40640"/>
                    <a:pt x="3338910" y="74930"/>
                    <a:pt x="3338910" y="116840"/>
                  </a:cubicBezTo>
                  <a:cubicBezTo>
                    <a:pt x="3338910" y="158750"/>
                    <a:pt x="3185534" y="193040"/>
                    <a:pt x="2998074" y="193040"/>
                  </a:cubicBezTo>
                  <a:lnTo>
                    <a:pt x="2998074" y="231140"/>
                  </a:lnTo>
                  <a:cubicBezTo>
                    <a:pt x="3282104" y="231140"/>
                    <a:pt x="3509328" y="180340"/>
                    <a:pt x="3509328" y="116840"/>
                  </a:cubicBezTo>
                  <a:close/>
                  <a:moveTo>
                    <a:pt x="36830" y="0"/>
                  </a:moveTo>
                  <a:lnTo>
                    <a:pt x="74930" y="0"/>
                  </a:lnTo>
                  <a:lnTo>
                    <a:pt x="74930" y="228600"/>
                  </a:lnTo>
                  <a:lnTo>
                    <a:pt x="36830" y="228600"/>
                  </a:lnTo>
                  <a:lnTo>
                    <a:pt x="36830" y="0"/>
                  </a:lnTo>
                  <a:close/>
                  <a:moveTo>
                    <a:pt x="2748128" y="2167910"/>
                  </a:moveTo>
                  <a:lnTo>
                    <a:pt x="3770636" y="2167910"/>
                  </a:lnTo>
                  <a:lnTo>
                    <a:pt x="3770636" y="2272377"/>
                  </a:lnTo>
                  <a:lnTo>
                    <a:pt x="2748128" y="2272377"/>
                  </a:lnTo>
                  <a:lnTo>
                    <a:pt x="2748128" y="2167910"/>
                  </a:lnTo>
                  <a:close/>
                  <a:moveTo>
                    <a:pt x="10933873" y="7178822"/>
                  </a:moveTo>
                  <a:lnTo>
                    <a:pt x="11956381" y="7178822"/>
                  </a:lnTo>
                  <a:lnTo>
                    <a:pt x="11956381" y="7283289"/>
                  </a:lnTo>
                  <a:lnTo>
                    <a:pt x="10933873" y="7283289"/>
                  </a:lnTo>
                  <a:lnTo>
                    <a:pt x="10933873" y="71788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420"/>
              <a:ext cx="11588756" cy="7489517"/>
            </a:xfrm>
            <a:custGeom>
              <a:avLst/>
              <a:gdLst/>
              <a:ahLst/>
              <a:cxnLst/>
              <a:rect r="r" b="b" t="t" l="l"/>
              <a:pathLst>
                <a:path h="7489517" w="11588756">
                  <a:moveTo>
                    <a:pt x="11418338" y="4359003"/>
                  </a:moveTo>
                  <a:lnTo>
                    <a:pt x="11588756" y="4359003"/>
                  </a:lnTo>
                  <a:lnTo>
                    <a:pt x="11588756" y="4985802"/>
                  </a:lnTo>
                  <a:lnTo>
                    <a:pt x="11418338" y="4985802"/>
                  </a:lnTo>
                  <a:lnTo>
                    <a:pt x="11418338" y="4359003"/>
                  </a:lnTo>
                  <a:close/>
                  <a:moveTo>
                    <a:pt x="7924768" y="114300"/>
                  </a:moveTo>
                  <a:lnTo>
                    <a:pt x="7754351" y="114300"/>
                  </a:lnTo>
                  <a:cubicBezTo>
                    <a:pt x="7754351" y="72390"/>
                    <a:pt x="7600975" y="38100"/>
                    <a:pt x="7413514" y="38100"/>
                  </a:cubicBezTo>
                  <a:cubicBezTo>
                    <a:pt x="7226055" y="38100"/>
                    <a:pt x="7072678" y="72390"/>
                    <a:pt x="7072678" y="114300"/>
                  </a:cubicBezTo>
                  <a:lnTo>
                    <a:pt x="6902260" y="114300"/>
                  </a:lnTo>
                  <a:cubicBezTo>
                    <a:pt x="6902260" y="50800"/>
                    <a:pt x="7129484" y="0"/>
                    <a:pt x="7413514" y="0"/>
                  </a:cubicBezTo>
                  <a:cubicBezTo>
                    <a:pt x="7697544" y="0"/>
                    <a:pt x="7924768" y="50800"/>
                    <a:pt x="7924768" y="114300"/>
                  </a:cubicBezTo>
                  <a:close/>
                  <a:moveTo>
                    <a:pt x="2931521" y="4877854"/>
                  </a:moveTo>
                  <a:lnTo>
                    <a:pt x="3652957" y="4435612"/>
                  </a:lnTo>
                  <a:lnTo>
                    <a:pt x="3772250" y="4508738"/>
                  </a:lnTo>
                  <a:lnTo>
                    <a:pt x="3050814" y="4950980"/>
                  </a:lnTo>
                  <a:lnTo>
                    <a:pt x="2931521" y="4877854"/>
                  </a:lnTo>
                  <a:close/>
                  <a:moveTo>
                    <a:pt x="7322625" y="6862718"/>
                  </a:moveTo>
                  <a:lnTo>
                    <a:pt x="7493043" y="6862718"/>
                  </a:lnTo>
                  <a:lnTo>
                    <a:pt x="7493043" y="7489517"/>
                  </a:lnTo>
                  <a:lnTo>
                    <a:pt x="7322625" y="7489517"/>
                  </a:lnTo>
                  <a:lnTo>
                    <a:pt x="7322625" y="6862718"/>
                  </a:lnTo>
                  <a:close/>
                  <a:moveTo>
                    <a:pt x="17780" y="7374605"/>
                  </a:moveTo>
                  <a:lnTo>
                    <a:pt x="179070" y="6932363"/>
                  </a:lnTo>
                  <a:lnTo>
                    <a:pt x="205740" y="7005489"/>
                  </a:lnTo>
                  <a:lnTo>
                    <a:pt x="44450" y="7447731"/>
                  </a:lnTo>
                  <a:lnTo>
                    <a:pt x="17780" y="7374605"/>
                  </a:lnTo>
                  <a:close/>
                  <a:moveTo>
                    <a:pt x="6970427" y="2356728"/>
                  </a:moveTo>
                  <a:lnTo>
                    <a:pt x="7691865" y="1914486"/>
                  </a:lnTo>
                  <a:lnTo>
                    <a:pt x="7811157" y="1987612"/>
                  </a:lnTo>
                  <a:lnTo>
                    <a:pt x="7089720" y="2429854"/>
                  </a:lnTo>
                  <a:lnTo>
                    <a:pt x="6970427" y="2356728"/>
                  </a:lnTo>
                  <a:close/>
                  <a:moveTo>
                    <a:pt x="0" y="2005024"/>
                  </a:moveTo>
                  <a:lnTo>
                    <a:pt x="38100" y="2005024"/>
                  </a:lnTo>
                  <a:cubicBezTo>
                    <a:pt x="38100" y="2119937"/>
                    <a:pt x="72390" y="2213957"/>
                    <a:pt x="114300" y="2213957"/>
                  </a:cubicBezTo>
                  <a:cubicBezTo>
                    <a:pt x="156210" y="2213957"/>
                    <a:pt x="190500" y="2119937"/>
                    <a:pt x="190500" y="2005024"/>
                  </a:cubicBezTo>
                  <a:lnTo>
                    <a:pt x="228600" y="2005024"/>
                  </a:lnTo>
                  <a:cubicBezTo>
                    <a:pt x="228600" y="2179135"/>
                    <a:pt x="177800" y="2318423"/>
                    <a:pt x="114300" y="2318423"/>
                  </a:cubicBezTo>
                  <a:cubicBezTo>
                    <a:pt x="50800" y="2318423"/>
                    <a:pt x="0" y="2179135"/>
                    <a:pt x="0" y="2005024"/>
                  </a:cubicBezTo>
                  <a:close/>
                  <a:moveTo>
                    <a:pt x="7924768" y="4822138"/>
                  </a:moveTo>
                  <a:lnTo>
                    <a:pt x="7754351" y="4822138"/>
                  </a:lnTo>
                  <a:cubicBezTo>
                    <a:pt x="7754351" y="4707225"/>
                    <a:pt x="7600975" y="4613205"/>
                    <a:pt x="7413514" y="4613205"/>
                  </a:cubicBezTo>
                  <a:cubicBezTo>
                    <a:pt x="7226055" y="4613205"/>
                    <a:pt x="7072678" y="4707225"/>
                    <a:pt x="7072678" y="4822138"/>
                  </a:cubicBezTo>
                  <a:lnTo>
                    <a:pt x="6902260" y="4822138"/>
                  </a:lnTo>
                  <a:cubicBezTo>
                    <a:pt x="6902260" y="4648027"/>
                    <a:pt x="7129484" y="4508738"/>
                    <a:pt x="7413514" y="4508738"/>
                  </a:cubicBezTo>
                  <a:cubicBezTo>
                    <a:pt x="7697544" y="4508738"/>
                    <a:pt x="7924768" y="4648027"/>
                    <a:pt x="7924768" y="4822138"/>
                  </a:cubicBezTo>
                  <a:close/>
                </a:path>
              </a:pathLst>
            </a:custGeom>
            <a:solidFill>
              <a:srgbClr val="FFD93B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-1016944" y="-3020659"/>
            <a:ext cx="10885545" cy="5442772"/>
          </a:xfrm>
          <a:custGeom>
            <a:avLst/>
            <a:gdLst/>
            <a:ahLst/>
            <a:cxnLst/>
            <a:rect r="r" b="b" t="t" l="l"/>
            <a:pathLst>
              <a:path h="5442772" w="10885545">
                <a:moveTo>
                  <a:pt x="0" y="0"/>
                </a:moveTo>
                <a:lnTo>
                  <a:pt x="10885545" y="0"/>
                </a:lnTo>
                <a:lnTo>
                  <a:pt x="10885545" y="5442773"/>
                </a:lnTo>
                <a:lnTo>
                  <a:pt x="0" y="544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14700" y="6495344"/>
            <a:ext cx="8366718" cy="179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74"/>
              </a:lnSpc>
              <a:spcBef>
                <a:spcPct val="0"/>
              </a:spcBef>
            </a:pPr>
            <a:r>
              <a:rPr lang="en-US" b="true" sz="5785">
                <a:solidFill>
                  <a:srgbClr val="FFD93B"/>
                </a:solidFill>
                <a:latin typeface="Prompt Bold"/>
                <a:ea typeface="Prompt Bold"/>
                <a:cs typeface="Prompt Bold"/>
                <a:sym typeface="Prompt Bold"/>
              </a:rPr>
              <a:t>EMOTION DETECTION FROM TEXT.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14700" y="8419938"/>
            <a:ext cx="5258430" cy="83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b="true" sz="2323" spc="46">
                <a:solidFill>
                  <a:srgbClr val="D9D9D9"/>
                </a:solidFill>
                <a:latin typeface="Prompt Bold"/>
                <a:ea typeface="Prompt Bold"/>
                <a:cs typeface="Prompt Bold"/>
                <a:sym typeface="Prompt Bold"/>
              </a:rPr>
              <a:t>STUDENT: ISHAN RAY CHAUDHURI</a:t>
            </a:r>
          </a:p>
          <a:p>
            <a:pPr algn="l">
              <a:lnSpc>
                <a:spcPts val="3461"/>
              </a:lnSpc>
            </a:pPr>
            <a:r>
              <a:rPr lang="en-US" b="true" sz="2323" spc="46">
                <a:solidFill>
                  <a:srgbClr val="D9D9D9"/>
                </a:solidFill>
                <a:latin typeface="Prompt Bold"/>
                <a:ea typeface="Prompt Bold"/>
                <a:cs typeface="Prompt Bold"/>
                <a:sym typeface="Prompt Bold"/>
              </a:rPr>
              <a:t>GUIDE: HIMANSHU SOUDA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57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78869"/>
            <a:ext cx="12087225" cy="514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Introduction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Tools &amp; Technologies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Project Working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Output Screenshots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Applications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Future Scope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Project Link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14700" y="1000125"/>
            <a:ext cx="11658600" cy="101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45"/>
              </a:lnSpc>
              <a:spcBef>
                <a:spcPct val="0"/>
              </a:spcBef>
            </a:pPr>
            <a:r>
              <a:rPr lang="en-US" b="true" sz="6488">
                <a:solidFill>
                  <a:srgbClr val="FFD93B"/>
                </a:solidFill>
                <a:latin typeface="Prompt Bold"/>
                <a:ea typeface="Prompt Bold"/>
                <a:cs typeface="Prompt Bold"/>
                <a:sym typeface="Prompt Bold"/>
              </a:rPr>
              <a:t>CONTENTS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97785" y="6125159"/>
            <a:ext cx="8875059" cy="5304054"/>
            <a:chOff x="369570" y="346710"/>
            <a:chExt cx="2973070" cy="29730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8420" y="0"/>
              <a:ext cx="11956381" cy="7394720"/>
            </a:xfrm>
            <a:custGeom>
              <a:avLst/>
              <a:gdLst/>
              <a:ahLst/>
              <a:cxnLst/>
              <a:rect r="r" b="b" t="t" l="l"/>
              <a:pathLst>
                <a:path h="7394720" w="11956381">
                  <a:moveTo>
                    <a:pt x="3265062" y="7394720"/>
                  </a:moveTo>
                  <a:cubicBezTo>
                    <a:pt x="3549092" y="7394720"/>
                    <a:pt x="3776316" y="7255431"/>
                    <a:pt x="3776316" y="7081320"/>
                  </a:cubicBezTo>
                  <a:lnTo>
                    <a:pt x="3605898" y="7081320"/>
                  </a:lnTo>
                  <a:cubicBezTo>
                    <a:pt x="3605898" y="7196234"/>
                    <a:pt x="3452522" y="7290253"/>
                    <a:pt x="3265062" y="7290253"/>
                  </a:cubicBezTo>
                  <a:cubicBezTo>
                    <a:pt x="3077602" y="7290253"/>
                    <a:pt x="2924226" y="7196234"/>
                    <a:pt x="2924226" y="7081320"/>
                  </a:cubicBezTo>
                  <a:lnTo>
                    <a:pt x="2753808" y="7081320"/>
                  </a:lnTo>
                  <a:cubicBezTo>
                    <a:pt x="2753808" y="7255431"/>
                    <a:pt x="2981032" y="7394720"/>
                    <a:pt x="3265062" y="7394720"/>
                  </a:cubicBezTo>
                  <a:close/>
                  <a:moveTo>
                    <a:pt x="0" y="4723858"/>
                  </a:moveTo>
                  <a:cubicBezTo>
                    <a:pt x="0" y="4897969"/>
                    <a:pt x="50800" y="5037258"/>
                    <a:pt x="114300" y="5037258"/>
                  </a:cubicBezTo>
                  <a:lnTo>
                    <a:pt x="114300" y="4932792"/>
                  </a:lnTo>
                  <a:cubicBezTo>
                    <a:pt x="72390" y="4932792"/>
                    <a:pt x="38100" y="4838772"/>
                    <a:pt x="38100" y="4723858"/>
                  </a:cubicBezTo>
                  <a:cubicBezTo>
                    <a:pt x="38100" y="4608945"/>
                    <a:pt x="72390" y="4514925"/>
                    <a:pt x="114300" y="4514925"/>
                  </a:cubicBezTo>
                  <a:lnTo>
                    <a:pt x="114300" y="4410459"/>
                  </a:lnTo>
                  <a:cubicBezTo>
                    <a:pt x="50800" y="4410459"/>
                    <a:pt x="0" y="4549747"/>
                    <a:pt x="0" y="4723858"/>
                  </a:cubicBezTo>
                  <a:close/>
                  <a:moveTo>
                    <a:pt x="10933873" y="101600"/>
                  </a:moveTo>
                  <a:lnTo>
                    <a:pt x="11956381" y="101600"/>
                  </a:lnTo>
                  <a:lnTo>
                    <a:pt x="11956381" y="139700"/>
                  </a:lnTo>
                  <a:lnTo>
                    <a:pt x="10933873" y="139700"/>
                  </a:lnTo>
                  <a:lnTo>
                    <a:pt x="10933873" y="101600"/>
                  </a:lnTo>
                  <a:close/>
                  <a:moveTo>
                    <a:pt x="11189500" y="2230590"/>
                  </a:moveTo>
                  <a:cubicBezTo>
                    <a:pt x="11189500" y="2404701"/>
                    <a:pt x="11416724" y="2543989"/>
                    <a:pt x="11700754" y="2543989"/>
                  </a:cubicBezTo>
                  <a:lnTo>
                    <a:pt x="11700754" y="2439523"/>
                  </a:lnTo>
                  <a:cubicBezTo>
                    <a:pt x="11513295" y="2439523"/>
                    <a:pt x="11359918" y="2345503"/>
                    <a:pt x="11359918" y="2230590"/>
                  </a:cubicBezTo>
                  <a:cubicBezTo>
                    <a:pt x="11359918" y="2115677"/>
                    <a:pt x="11513295" y="2021657"/>
                    <a:pt x="11700754" y="2021657"/>
                  </a:cubicBezTo>
                  <a:lnTo>
                    <a:pt x="11700754" y="1917190"/>
                  </a:lnTo>
                  <a:cubicBezTo>
                    <a:pt x="11416724" y="1917190"/>
                    <a:pt x="11189500" y="2056479"/>
                    <a:pt x="11189500" y="2230590"/>
                  </a:cubicBezTo>
                  <a:close/>
                  <a:moveTo>
                    <a:pt x="3509328" y="116840"/>
                  </a:moveTo>
                  <a:cubicBezTo>
                    <a:pt x="3509328" y="53340"/>
                    <a:pt x="3282104" y="2540"/>
                    <a:pt x="2998074" y="2540"/>
                  </a:cubicBezTo>
                  <a:lnTo>
                    <a:pt x="2998074" y="40640"/>
                  </a:lnTo>
                  <a:cubicBezTo>
                    <a:pt x="3185534" y="40640"/>
                    <a:pt x="3338910" y="74930"/>
                    <a:pt x="3338910" y="116840"/>
                  </a:cubicBezTo>
                  <a:cubicBezTo>
                    <a:pt x="3338910" y="158750"/>
                    <a:pt x="3185534" y="193040"/>
                    <a:pt x="2998074" y="193040"/>
                  </a:cubicBezTo>
                  <a:lnTo>
                    <a:pt x="2998074" y="231140"/>
                  </a:lnTo>
                  <a:cubicBezTo>
                    <a:pt x="3282104" y="231140"/>
                    <a:pt x="3509328" y="180340"/>
                    <a:pt x="3509328" y="116840"/>
                  </a:cubicBezTo>
                  <a:close/>
                  <a:moveTo>
                    <a:pt x="36830" y="0"/>
                  </a:moveTo>
                  <a:lnTo>
                    <a:pt x="74930" y="0"/>
                  </a:lnTo>
                  <a:lnTo>
                    <a:pt x="74930" y="228600"/>
                  </a:lnTo>
                  <a:lnTo>
                    <a:pt x="36830" y="228600"/>
                  </a:lnTo>
                  <a:lnTo>
                    <a:pt x="36830" y="0"/>
                  </a:lnTo>
                  <a:close/>
                  <a:moveTo>
                    <a:pt x="2748128" y="2167910"/>
                  </a:moveTo>
                  <a:lnTo>
                    <a:pt x="3770636" y="2167910"/>
                  </a:lnTo>
                  <a:lnTo>
                    <a:pt x="3770636" y="2272377"/>
                  </a:lnTo>
                  <a:lnTo>
                    <a:pt x="2748128" y="2272377"/>
                  </a:lnTo>
                  <a:lnTo>
                    <a:pt x="2748128" y="2167910"/>
                  </a:lnTo>
                  <a:close/>
                  <a:moveTo>
                    <a:pt x="10933873" y="7178822"/>
                  </a:moveTo>
                  <a:lnTo>
                    <a:pt x="11956381" y="7178822"/>
                  </a:lnTo>
                  <a:lnTo>
                    <a:pt x="11956381" y="7283289"/>
                  </a:lnTo>
                  <a:lnTo>
                    <a:pt x="10933873" y="7283289"/>
                  </a:lnTo>
                  <a:lnTo>
                    <a:pt x="10933873" y="71788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58420"/>
              <a:ext cx="11588756" cy="7489517"/>
            </a:xfrm>
            <a:custGeom>
              <a:avLst/>
              <a:gdLst/>
              <a:ahLst/>
              <a:cxnLst/>
              <a:rect r="r" b="b" t="t" l="l"/>
              <a:pathLst>
                <a:path h="7489517" w="11588756">
                  <a:moveTo>
                    <a:pt x="11418338" y="4359003"/>
                  </a:moveTo>
                  <a:lnTo>
                    <a:pt x="11588756" y="4359003"/>
                  </a:lnTo>
                  <a:lnTo>
                    <a:pt x="11588756" y="4985802"/>
                  </a:lnTo>
                  <a:lnTo>
                    <a:pt x="11418338" y="4985802"/>
                  </a:lnTo>
                  <a:lnTo>
                    <a:pt x="11418338" y="4359003"/>
                  </a:lnTo>
                  <a:close/>
                  <a:moveTo>
                    <a:pt x="7924768" y="114300"/>
                  </a:moveTo>
                  <a:lnTo>
                    <a:pt x="7754351" y="114300"/>
                  </a:lnTo>
                  <a:cubicBezTo>
                    <a:pt x="7754351" y="72390"/>
                    <a:pt x="7600975" y="38100"/>
                    <a:pt x="7413514" y="38100"/>
                  </a:cubicBezTo>
                  <a:cubicBezTo>
                    <a:pt x="7226055" y="38100"/>
                    <a:pt x="7072678" y="72390"/>
                    <a:pt x="7072678" y="114300"/>
                  </a:cubicBezTo>
                  <a:lnTo>
                    <a:pt x="6902260" y="114300"/>
                  </a:lnTo>
                  <a:cubicBezTo>
                    <a:pt x="6902260" y="50800"/>
                    <a:pt x="7129484" y="0"/>
                    <a:pt x="7413514" y="0"/>
                  </a:cubicBezTo>
                  <a:cubicBezTo>
                    <a:pt x="7697544" y="0"/>
                    <a:pt x="7924768" y="50800"/>
                    <a:pt x="7924768" y="114300"/>
                  </a:cubicBezTo>
                  <a:close/>
                  <a:moveTo>
                    <a:pt x="2931521" y="4877854"/>
                  </a:moveTo>
                  <a:lnTo>
                    <a:pt x="3652957" y="4435612"/>
                  </a:lnTo>
                  <a:lnTo>
                    <a:pt x="3772250" y="4508738"/>
                  </a:lnTo>
                  <a:lnTo>
                    <a:pt x="3050814" y="4950980"/>
                  </a:lnTo>
                  <a:lnTo>
                    <a:pt x="2931521" y="4877854"/>
                  </a:lnTo>
                  <a:close/>
                  <a:moveTo>
                    <a:pt x="7322625" y="6862718"/>
                  </a:moveTo>
                  <a:lnTo>
                    <a:pt x="7493043" y="6862718"/>
                  </a:lnTo>
                  <a:lnTo>
                    <a:pt x="7493043" y="7489517"/>
                  </a:lnTo>
                  <a:lnTo>
                    <a:pt x="7322625" y="7489517"/>
                  </a:lnTo>
                  <a:lnTo>
                    <a:pt x="7322625" y="6862718"/>
                  </a:lnTo>
                  <a:close/>
                  <a:moveTo>
                    <a:pt x="17780" y="7374605"/>
                  </a:moveTo>
                  <a:lnTo>
                    <a:pt x="179070" y="6932363"/>
                  </a:lnTo>
                  <a:lnTo>
                    <a:pt x="205740" y="7005489"/>
                  </a:lnTo>
                  <a:lnTo>
                    <a:pt x="44450" y="7447731"/>
                  </a:lnTo>
                  <a:lnTo>
                    <a:pt x="17780" y="7374605"/>
                  </a:lnTo>
                  <a:close/>
                  <a:moveTo>
                    <a:pt x="6970427" y="2356728"/>
                  </a:moveTo>
                  <a:lnTo>
                    <a:pt x="7691865" y="1914486"/>
                  </a:lnTo>
                  <a:lnTo>
                    <a:pt x="7811157" y="1987612"/>
                  </a:lnTo>
                  <a:lnTo>
                    <a:pt x="7089720" y="2429854"/>
                  </a:lnTo>
                  <a:lnTo>
                    <a:pt x="6970427" y="2356728"/>
                  </a:lnTo>
                  <a:close/>
                  <a:moveTo>
                    <a:pt x="0" y="2005024"/>
                  </a:moveTo>
                  <a:lnTo>
                    <a:pt x="38100" y="2005024"/>
                  </a:lnTo>
                  <a:cubicBezTo>
                    <a:pt x="38100" y="2119937"/>
                    <a:pt x="72390" y="2213957"/>
                    <a:pt x="114300" y="2213957"/>
                  </a:cubicBezTo>
                  <a:cubicBezTo>
                    <a:pt x="156210" y="2213957"/>
                    <a:pt x="190500" y="2119937"/>
                    <a:pt x="190500" y="2005024"/>
                  </a:cubicBezTo>
                  <a:lnTo>
                    <a:pt x="228600" y="2005024"/>
                  </a:lnTo>
                  <a:cubicBezTo>
                    <a:pt x="228600" y="2179135"/>
                    <a:pt x="177800" y="2318423"/>
                    <a:pt x="114300" y="2318423"/>
                  </a:cubicBezTo>
                  <a:cubicBezTo>
                    <a:pt x="50800" y="2318423"/>
                    <a:pt x="0" y="2179135"/>
                    <a:pt x="0" y="2005024"/>
                  </a:cubicBezTo>
                  <a:close/>
                  <a:moveTo>
                    <a:pt x="7924768" y="4822138"/>
                  </a:moveTo>
                  <a:lnTo>
                    <a:pt x="7754351" y="4822138"/>
                  </a:lnTo>
                  <a:cubicBezTo>
                    <a:pt x="7754351" y="4707225"/>
                    <a:pt x="7600975" y="4613205"/>
                    <a:pt x="7413514" y="4613205"/>
                  </a:cubicBezTo>
                  <a:cubicBezTo>
                    <a:pt x="7226055" y="4613205"/>
                    <a:pt x="7072678" y="4707225"/>
                    <a:pt x="7072678" y="4822138"/>
                  </a:cubicBezTo>
                  <a:lnTo>
                    <a:pt x="6902260" y="4822138"/>
                  </a:lnTo>
                  <a:cubicBezTo>
                    <a:pt x="6902260" y="4648027"/>
                    <a:pt x="7129484" y="4508738"/>
                    <a:pt x="7413514" y="4508738"/>
                  </a:cubicBezTo>
                  <a:cubicBezTo>
                    <a:pt x="7697544" y="4508738"/>
                    <a:pt x="7924768" y="4648027"/>
                    <a:pt x="7924768" y="4822138"/>
                  </a:cubicBezTo>
                  <a:close/>
                </a:path>
              </a:pathLst>
            </a:custGeom>
            <a:solidFill>
              <a:srgbClr val="FFD93B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0388" y="2727127"/>
            <a:ext cx="12087225" cy="297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predicts human emotions from text using a fine-tuned RoBERTa model. It classifies input sentences into emotions like joy, anger, sadness, fear, love, and surprise.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4700" y="1348383"/>
            <a:ext cx="11658600" cy="101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45"/>
              </a:lnSpc>
              <a:spcBef>
                <a:spcPct val="0"/>
              </a:spcBef>
            </a:pPr>
            <a:r>
              <a:rPr lang="en-US" b="true" sz="6488">
                <a:solidFill>
                  <a:srgbClr val="FFD93B"/>
                </a:solidFill>
                <a:latin typeface="Prompt Bold"/>
                <a:ea typeface="Prompt Bold"/>
                <a:cs typeface="Prompt Bold"/>
                <a:sym typeface="Prompt Bold"/>
              </a:rPr>
              <a:t>INTRODUCTION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65696" y="6606273"/>
            <a:ext cx="8875059" cy="5304054"/>
            <a:chOff x="369570" y="346710"/>
            <a:chExt cx="2973070" cy="2973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8420" y="0"/>
              <a:ext cx="11956381" cy="7394720"/>
            </a:xfrm>
            <a:custGeom>
              <a:avLst/>
              <a:gdLst/>
              <a:ahLst/>
              <a:cxnLst/>
              <a:rect r="r" b="b" t="t" l="l"/>
              <a:pathLst>
                <a:path h="7394720" w="11956381">
                  <a:moveTo>
                    <a:pt x="3265062" y="7394720"/>
                  </a:moveTo>
                  <a:cubicBezTo>
                    <a:pt x="3549092" y="7394720"/>
                    <a:pt x="3776316" y="7255431"/>
                    <a:pt x="3776316" y="7081320"/>
                  </a:cubicBezTo>
                  <a:lnTo>
                    <a:pt x="3605898" y="7081320"/>
                  </a:lnTo>
                  <a:cubicBezTo>
                    <a:pt x="3605898" y="7196234"/>
                    <a:pt x="3452522" y="7290253"/>
                    <a:pt x="3265062" y="7290253"/>
                  </a:cubicBezTo>
                  <a:cubicBezTo>
                    <a:pt x="3077602" y="7290253"/>
                    <a:pt x="2924226" y="7196234"/>
                    <a:pt x="2924226" y="7081320"/>
                  </a:cubicBezTo>
                  <a:lnTo>
                    <a:pt x="2753808" y="7081320"/>
                  </a:lnTo>
                  <a:cubicBezTo>
                    <a:pt x="2753808" y="7255431"/>
                    <a:pt x="2981032" y="7394720"/>
                    <a:pt x="3265062" y="7394720"/>
                  </a:cubicBezTo>
                  <a:close/>
                  <a:moveTo>
                    <a:pt x="0" y="4723858"/>
                  </a:moveTo>
                  <a:cubicBezTo>
                    <a:pt x="0" y="4897969"/>
                    <a:pt x="50800" y="5037258"/>
                    <a:pt x="114300" y="5037258"/>
                  </a:cubicBezTo>
                  <a:lnTo>
                    <a:pt x="114300" y="4932792"/>
                  </a:lnTo>
                  <a:cubicBezTo>
                    <a:pt x="72390" y="4932792"/>
                    <a:pt x="38100" y="4838772"/>
                    <a:pt x="38100" y="4723858"/>
                  </a:cubicBezTo>
                  <a:cubicBezTo>
                    <a:pt x="38100" y="4608945"/>
                    <a:pt x="72390" y="4514925"/>
                    <a:pt x="114300" y="4514925"/>
                  </a:cubicBezTo>
                  <a:lnTo>
                    <a:pt x="114300" y="4410459"/>
                  </a:lnTo>
                  <a:cubicBezTo>
                    <a:pt x="50800" y="4410459"/>
                    <a:pt x="0" y="4549747"/>
                    <a:pt x="0" y="4723858"/>
                  </a:cubicBezTo>
                  <a:close/>
                  <a:moveTo>
                    <a:pt x="10933873" y="101600"/>
                  </a:moveTo>
                  <a:lnTo>
                    <a:pt x="11956381" y="101600"/>
                  </a:lnTo>
                  <a:lnTo>
                    <a:pt x="11956381" y="139700"/>
                  </a:lnTo>
                  <a:lnTo>
                    <a:pt x="10933873" y="139700"/>
                  </a:lnTo>
                  <a:lnTo>
                    <a:pt x="10933873" y="101600"/>
                  </a:lnTo>
                  <a:close/>
                  <a:moveTo>
                    <a:pt x="11189500" y="2230590"/>
                  </a:moveTo>
                  <a:cubicBezTo>
                    <a:pt x="11189500" y="2404701"/>
                    <a:pt x="11416724" y="2543989"/>
                    <a:pt x="11700754" y="2543989"/>
                  </a:cubicBezTo>
                  <a:lnTo>
                    <a:pt x="11700754" y="2439523"/>
                  </a:lnTo>
                  <a:cubicBezTo>
                    <a:pt x="11513295" y="2439523"/>
                    <a:pt x="11359918" y="2345503"/>
                    <a:pt x="11359918" y="2230590"/>
                  </a:cubicBezTo>
                  <a:cubicBezTo>
                    <a:pt x="11359918" y="2115677"/>
                    <a:pt x="11513295" y="2021657"/>
                    <a:pt x="11700754" y="2021657"/>
                  </a:cubicBezTo>
                  <a:lnTo>
                    <a:pt x="11700754" y="1917190"/>
                  </a:lnTo>
                  <a:cubicBezTo>
                    <a:pt x="11416724" y="1917190"/>
                    <a:pt x="11189500" y="2056479"/>
                    <a:pt x="11189500" y="2230590"/>
                  </a:cubicBezTo>
                  <a:close/>
                  <a:moveTo>
                    <a:pt x="3509328" y="116840"/>
                  </a:moveTo>
                  <a:cubicBezTo>
                    <a:pt x="3509328" y="53340"/>
                    <a:pt x="3282104" y="2540"/>
                    <a:pt x="2998074" y="2540"/>
                  </a:cubicBezTo>
                  <a:lnTo>
                    <a:pt x="2998074" y="40640"/>
                  </a:lnTo>
                  <a:cubicBezTo>
                    <a:pt x="3185534" y="40640"/>
                    <a:pt x="3338910" y="74930"/>
                    <a:pt x="3338910" y="116840"/>
                  </a:cubicBezTo>
                  <a:cubicBezTo>
                    <a:pt x="3338910" y="158750"/>
                    <a:pt x="3185534" y="193040"/>
                    <a:pt x="2998074" y="193040"/>
                  </a:cubicBezTo>
                  <a:lnTo>
                    <a:pt x="2998074" y="231140"/>
                  </a:lnTo>
                  <a:cubicBezTo>
                    <a:pt x="3282104" y="231140"/>
                    <a:pt x="3509328" y="180340"/>
                    <a:pt x="3509328" y="116840"/>
                  </a:cubicBezTo>
                  <a:close/>
                  <a:moveTo>
                    <a:pt x="36830" y="0"/>
                  </a:moveTo>
                  <a:lnTo>
                    <a:pt x="74930" y="0"/>
                  </a:lnTo>
                  <a:lnTo>
                    <a:pt x="74930" y="228600"/>
                  </a:lnTo>
                  <a:lnTo>
                    <a:pt x="36830" y="228600"/>
                  </a:lnTo>
                  <a:lnTo>
                    <a:pt x="36830" y="0"/>
                  </a:lnTo>
                  <a:close/>
                  <a:moveTo>
                    <a:pt x="2748128" y="2167910"/>
                  </a:moveTo>
                  <a:lnTo>
                    <a:pt x="3770636" y="2167910"/>
                  </a:lnTo>
                  <a:lnTo>
                    <a:pt x="3770636" y="2272377"/>
                  </a:lnTo>
                  <a:lnTo>
                    <a:pt x="2748128" y="2272377"/>
                  </a:lnTo>
                  <a:lnTo>
                    <a:pt x="2748128" y="2167910"/>
                  </a:lnTo>
                  <a:close/>
                  <a:moveTo>
                    <a:pt x="10933873" y="7178822"/>
                  </a:moveTo>
                  <a:lnTo>
                    <a:pt x="11956381" y="7178822"/>
                  </a:lnTo>
                  <a:lnTo>
                    <a:pt x="11956381" y="7283289"/>
                  </a:lnTo>
                  <a:lnTo>
                    <a:pt x="10933873" y="7283289"/>
                  </a:lnTo>
                  <a:lnTo>
                    <a:pt x="10933873" y="71788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58420"/>
              <a:ext cx="11588756" cy="7489517"/>
            </a:xfrm>
            <a:custGeom>
              <a:avLst/>
              <a:gdLst/>
              <a:ahLst/>
              <a:cxnLst/>
              <a:rect r="r" b="b" t="t" l="l"/>
              <a:pathLst>
                <a:path h="7489517" w="11588756">
                  <a:moveTo>
                    <a:pt x="11418338" y="4359003"/>
                  </a:moveTo>
                  <a:lnTo>
                    <a:pt x="11588756" y="4359003"/>
                  </a:lnTo>
                  <a:lnTo>
                    <a:pt x="11588756" y="4985802"/>
                  </a:lnTo>
                  <a:lnTo>
                    <a:pt x="11418338" y="4985802"/>
                  </a:lnTo>
                  <a:lnTo>
                    <a:pt x="11418338" y="4359003"/>
                  </a:lnTo>
                  <a:close/>
                  <a:moveTo>
                    <a:pt x="7924768" y="114300"/>
                  </a:moveTo>
                  <a:lnTo>
                    <a:pt x="7754351" y="114300"/>
                  </a:lnTo>
                  <a:cubicBezTo>
                    <a:pt x="7754351" y="72390"/>
                    <a:pt x="7600975" y="38100"/>
                    <a:pt x="7413514" y="38100"/>
                  </a:cubicBezTo>
                  <a:cubicBezTo>
                    <a:pt x="7226055" y="38100"/>
                    <a:pt x="7072678" y="72390"/>
                    <a:pt x="7072678" y="114300"/>
                  </a:cubicBezTo>
                  <a:lnTo>
                    <a:pt x="6902260" y="114300"/>
                  </a:lnTo>
                  <a:cubicBezTo>
                    <a:pt x="6902260" y="50800"/>
                    <a:pt x="7129484" y="0"/>
                    <a:pt x="7413514" y="0"/>
                  </a:cubicBezTo>
                  <a:cubicBezTo>
                    <a:pt x="7697544" y="0"/>
                    <a:pt x="7924768" y="50800"/>
                    <a:pt x="7924768" y="114300"/>
                  </a:cubicBezTo>
                  <a:close/>
                  <a:moveTo>
                    <a:pt x="2931521" y="4877854"/>
                  </a:moveTo>
                  <a:lnTo>
                    <a:pt x="3652957" y="4435612"/>
                  </a:lnTo>
                  <a:lnTo>
                    <a:pt x="3772250" y="4508738"/>
                  </a:lnTo>
                  <a:lnTo>
                    <a:pt x="3050814" y="4950980"/>
                  </a:lnTo>
                  <a:lnTo>
                    <a:pt x="2931521" y="4877854"/>
                  </a:lnTo>
                  <a:close/>
                  <a:moveTo>
                    <a:pt x="7322625" y="6862718"/>
                  </a:moveTo>
                  <a:lnTo>
                    <a:pt x="7493043" y="6862718"/>
                  </a:lnTo>
                  <a:lnTo>
                    <a:pt x="7493043" y="7489517"/>
                  </a:lnTo>
                  <a:lnTo>
                    <a:pt x="7322625" y="7489517"/>
                  </a:lnTo>
                  <a:lnTo>
                    <a:pt x="7322625" y="6862718"/>
                  </a:lnTo>
                  <a:close/>
                  <a:moveTo>
                    <a:pt x="17780" y="7374605"/>
                  </a:moveTo>
                  <a:lnTo>
                    <a:pt x="179070" y="6932363"/>
                  </a:lnTo>
                  <a:lnTo>
                    <a:pt x="205740" y="7005489"/>
                  </a:lnTo>
                  <a:lnTo>
                    <a:pt x="44450" y="7447731"/>
                  </a:lnTo>
                  <a:lnTo>
                    <a:pt x="17780" y="7374605"/>
                  </a:lnTo>
                  <a:close/>
                  <a:moveTo>
                    <a:pt x="6970427" y="2356728"/>
                  </a:moveTo>
                  <a:lnTo>
                    <a:pt x="7691865" y="1914486"/>
                  </a:lnTo>
                  <a:lnTo>
                    <a:pt x="7811157" y="1987612"/>
                  </a:lnTo>
                  <a:lnTo>
                    <a:pt x="7089720" y="2429854"/>
                  </a:lnTo>
                  <a:lnTo>
                    <a:pt x="6970427" y="2356728"/>
                  </a:lnTo>
                  <a:close/>
                  <a:moveTo>
                    <a:pt x="0" y="2005024"/>
                  </a:moveTo>
                  <a:lnTo>
                    <a:pt x="38100" y="2005024"/>
                  </a:lnTo>
                  <a:cubicBezTo>
                    <a:pt x="38100" y="2119937"/>
                    <a:pt x="72390" y="2213957"/>
                    <a:pt x="114300" y="2213957"/>
                  </a:cubicBezTo>
                  <a:cubicBezTo>
                    <a:pt x="156210" y="2213957"/>
                    <a:pt x="190500" y="2119937"/>
                    <a:pt x="190500" y="2005024"/>
                  </a:cubicBezTo>
                  <a:lnTo>
                    <a:pt x="228600" y="2005024"/>
                  </a:lnTo>
                  <a:cubicBezTo>
                    <a:pt x="228600" y="2179135"/>
                    <a:pt x="177800" y="2318423"/>
                    <a:pt x="114300" y="2318423"/>
                  </a:cubicBezTo>
                  <a:cubicBezTo>
                    <a:pt x="50800" y="2318423"/>
                    <a:pt x="0" y="2179135"/>
                    <a:pt x="0" y="2005024"/>
                  </a:cubicBezTo>
                  <a:close/>
                  <a:moveTo>
                    <a:pt x="7924768" y="4822138"/>
                  </a:moveTo>
                  <a:lnTo>
                    <a:pt x="7754351" y="4822138"/>
                  </a:lnTo>
                  <a:cubicBezTo>
                    <a:pt x="7754351" y="4707225"/>
                    <a:pt x="7600975" y="4613205"/>
                    <a:pt x="7413514" y="4613205"/>
                  </a:cubicBezTo>
                  <a:cubicBezTo>
                    <a:pt x="7226055" y="4613205"/>
                    <a:pt x="7072678" y="4707225"/>
                    <a:pt x="7072678" y="4822138"/>
                  </a:cubicBezTo>
                  <a:lnTo>
                    <a:pt x="6902260" y="4822138"/>
                  </a:lnTo>
                  <a:cubicBezTo>
                    <a:pt x="6902260" y="4648027"/>
                    <a:pt x="7129484" y="4508738"/>
                    <a:pt x="7413514" y="4508738"/>
                  </a:cubicBezTo>
                  <a:cubicBezTo>
                    <a:pt x="7697544" y="4508738"/>
                    <a:pt x="7924768" y="4648027"/>
                    <a:pt x="7924768" y="4822138"/>
                  </a:cubicBezTo>
                  <a:close/>
                </a:path>
              </a:pathLst>
            </a:custGeom>
            <a:solidFill>
              <a:srgbClr val="FFD93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-1144522" y="8643280"/>
            <a:ext cx="10885545" cy="5442772"/>
          </a:xfrm>
          <a:custGeom>
            <a:avLst/>
            <a:gdLst/>
            <a:ahLst/>
            <a:cxnLst/>
            <a:rect r="r" b="b" t="t" l="l"/>
            <a:pathLst>
              <a:path h="5442772" w="10885545">
                <a:moveTo>
                  <a:pt x="0" y="0"/>
                </a:moveTo>
                <a:lnTo>
                  <a:pt x="10885545" y="0"/>
                </a:lnTo>
                <a:lnTo>
                  <a:pt x="10885545" y="5442773"/>
                </a:lnTo>
                <a:lnTo>
                  <a:pt x="0" y="544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1203" y="2670721"/>
            <a:ext cx="11285593" cy="435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1"/>
              </a:lnSpc>
            </a:pPr>
            <a:r>
              <a:rPr lang="en-US" sz="465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Python</a:t>
            </a:r>
          </a:p>
          <a:p>
            <a:pPr algn="l">
              <a:lnSpc>
                <a:spcPts val="5591"/>
              </a:lnSpc>
            </a:pPr>
            <a:r>
              <a:rPr lang="en-US" sz="465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Transformers (HuggingFace)</a:t>
            </a:r>
          </a:p>
          <a:p>
            <a:pPr algn="l">
              <a:lnSpc>
                <a:spcPts val="5591"/>
              </a:lnSpc>
            </a:pPr>
            <a:r>
              <a:rPr lang="en-US" sz="465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PyTorch</a:t>
            </a:r>
          </a:p>
          <a:p>
            <a:pPr algn="l">
              <a:lnSpc>
                <a:spcPts val="5591"/>
              </a:lnSpc>
            </a:pPr>
            <a:r>
              <a:rPr lang="en-US" sz="465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Streamlit</a:t>
            </a:r>
          </a:p>
          <a:p>
            <a:pPr algn="l">
              <a:lnSpc>
                <a:spcPts val="5591"/>
              </a:lnSpc>
            </a:pPr>
            <a:r>
              <a:rPr lang="en-US" sz="465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Google Colab</a:t>
            </a:r>
          </a:p>
          <a:p>
            <a:pPr algn="l">
              <a:lnSpc>
                <a:spcPts val="5591"/>
              </a:lnSpc>
            </a:pPr>
            <a:r>
              <a:rPr lang="en-US" sz="465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GitHub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4700" y="1442859"/>
            <a:ext cx="11658600" cy="10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20"/>
              </a:lnSpc>
              <a:spcBef>
                <a:spcPct val="0"/>
              </a:spcBef>
            </a:pPr>
            <a:r>
              <a:rPr lang="en-US" b="true" sz="6629">
                <a:solidFill>
                  <a:srgbClr val="FFD93B"/>
                </a:solidFill>
                <a:latin typeface="Prompt Bold"/>
                <a:ea typeface="Prompt Bold"/>
                <a:cs typeface="Prompt Bold"/>
                <a:sym typeface="Prompt Bold"/>
              </a:rPr>
              <a:t>TOOLS &amp; TECHNOLOGIES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0" y="6606273"/>
            <a:ext cx="8875059" cy="5304054"/>
            <a:chOff x="369570" y="346710"/>
            <a:chExt cx="2973070" cy="2973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8420" y="0"/>
              <a:ext cx="11956381" cy="7394720"/>
            </a:xfrm>
            <a:custGeom>
              <a:avLst/>
              <a:gdLst/>
              <a:ahLst/>
              <a:cxnLst/>
              <a:rect r="r" b="b" t="t" l="l"/>
              <a:pathLst>
                <a:path h="7394720" w="11956381">
                  <a:moveTo>
                    <a:pt x="3265062" y="7394720"/>
                  </a:moveTo>
                  <a:cubicBezTo>
                    <a:pt x="3549092" y="7394720"/>
                    <a:pt x="3776316" y="7255431"/>
                    <a:pt x="3776316" y="7081320"/>
                  </a:cubicBezTo>
                  <a:lnTo>
                    <a:pt x="3605898" y="7081320"/>
                  </a:lnTo>
                  <a:cubicBezTo>
                    <a:pt x="3605898" y="7196234"/>
                    <a:pt x="3452522" y="7290253"/>
                    <a:pt x="3265062" y="7290253"/>
                  </a:cubicBezTo>
                  <a:cubicBezTo>
                    <a:pt x="3077602" y="7290253"/>
                    <a:pt x="2924226" y="7196234"/>
                    <a:pt x="2924226" y="7081320"/>
                  </a:cubicBezTo>
                  <a:lnTo>
                    <a:pt x="2753808" y="7081320"/>
                  </a:lnTo>
                  <a:cubicBezTo>
                    <a:pt x="2753808" y="7255431"/>
                    <a:pt x="2981032" y="7394720"/>
                    <a:pt x="3265062" y="7394720"/>
                  </a:cubicBezTo>
                  <a:close/>
                  <a:moveTo>
                    <a:pt x="0" y="4723858"/>
                  </a:moveTo>
                  <a:cubicBezTo>
                    <a:pt x="0" y="4897969"/>
                    <a:pt x="50800" y="5037258"/>
                    <a:pt x="114300" y="5037258"/>
                  </a:cubicBezTo>
                  <a:lnTo>
                    <a:pt x="114300" y="4932792"/>
                  </a:lnTo>
                  <a:cubicBezTo>
                    <a:pt x="72390" y="4932792"/>
                    <a:pt x="38100" y="4838772"/>
                    <a:pt x="38100" y="4723858"/>
                  </a:cubicBezTo>
                  <a:cubicBezTo>
                    <a:pt x="38100" y="4608945"/>
                    <a:pt x="72390" y="4514925"/>
                    <a:pt x="114300" y="4514925"/>
                  </a:cubicBezTo>
                  <a:lnTo>
                    <a:pt x="114300" y="4410459"/>
                  </a:lnTo>
                  <a:cubicBezTo>
                    <a:pt x="50800" y="4410459"/>
                    <a:pt x="0" y="4549747"/>
                    <a:pt x="0" y="4723858"/>
                  </a:cubicBezTo>
                  <a:close/>
                  <a:moveTo>
                    <a:pt x="10933873" y="101600"/>
                  </a:moveTo>
                  <a:lnTo>
                    <a:pt x="11956381" y="101600"/>
                  </a:lnTo>
                  <a:lnTo>
                    <a:pt x="11956381" y="139700"/>
                  </a:lnTo>
                  <a:lnTo>
                    <a:pt x="10933873" y="139700"/>
                  </a:lnTo>
                  <a:lnTo>
                    <a:pt x="10933873" y="101600"/>
                  </a:lnTo>
                  <a:close/>
                  <a:moveTo>
                    <a:pt x="11189500" y="2230590"/>
                  </a:moveTo>
                  <a:cubicBezTo>
                    <a:pt x="11189500" y="2404701"/>
                    <a:pt x="11416724" y="2543989"/>
                    <a:pt x="11700754" y="2543989"/>
                  </a:cubicBezTo>
                  <a:lnTo>
                    <a:pt x="11700754" y="2439523"/>
                  </a:lnTo>
                  <a:cubicBezTo>
                    <a:pt x="11513295" y="2439523"/>
                    <a:pt x="11359918" y="2345503"/>
                    <a:pt x="11359918" y="2230590"/>
                  </a:cubicBezTo>
                  <a:cubicBezTo>
                    <a:pt x="11359918" y="2115677"/>
                    <a:pt x="11513295" y="2021657"/>
                    <a:pt x="11700754" y="2021657"/>
                  </a:cubicBezTo>
                  <a:lnTo>
                    <a:pt x="11700754" y="1917190"/>
                  </a:lnTo>
                  <a:cubicBezTo>
                    <a:pt x="11416724" y="1917190"/>
                    <a:pt x="11189500" y="2056479"/>
                    <a:pt x="11189500" y="2230590"/>
                  </a:cubicBezTo>
                  <a:close/>
                  <a:moveTo>
                    <a:pt x="3509328" y="116840"/>
                  </a:moveTo>
                  <a:cubicBezTo>
                    <a:pt x="3509328" y="53340"/>
                    <a:pt x="3282104" y="2540"/>
                    <a:pt x="2998074" y="2540"/>
                  </a:cubicBezTo>
                  <a:lnTo>
                    <a:pt x="2998074" y="40640"/>
                  </a:lnTo>
                  <a:cubicBezTo>
                    <a:pt x="3185534" y="40640"/>
                    <a:pt x="3338910" y="74930"/>
                    <a:pt x="3338910" y="116840"/>
                  </a:cubicBezTo>
                  <a:cubicBezTo>
                    <a:pt x="3338910" y="158750"/>
                    <a:pt x="3185534" y="193040"/>
                    <a:pt x="2998074" y="193040"/>
                  </a:cubicBezTo>
                  <a:lnTo>
                    <a:pt x="2998074" y="231140"/>
                  </a:lnTo>
                  <a:cubicBezTo>
                    <a:pt x="3282104" y="231140"/>
                    <a:pt x="3509328" y="180340"/>
                    <a:pt x="3509328" y="116840"/>
                  </a:cubicBezTo>
                  <a:close/>
                  <a:moveTo>
                    <a:pt x="36830" y="0"/>
                  </a:moveTo>
                  <a:lnTo>
                    <a:pt x="74930" y="0"/>
                  </a:lnTo>
                  <a:lnTo>
                    <a:pt x="74930" y="228600"/>
                  </a:lnTo>
                  <a:lnTo>
                    <a:pt x="36830" y="228600"/>
                  </a:lnTo>
                  <a:lnTo>
                    <a:pt x="36830" y="0"/>
                  </a:lnTo>
                  <a:close/>
                  <a:moveTo>
                    <a:pt x="2748128" y="2167910"/>
                  </a:moveTo>
                  <a:lnTo>
                    <a:pt x="3770636" y="2167910"/>
                  </a:lnTo>
                  <a:lnTo>
                    <a:pt x="3770636" y="2272377"/>
                  </a:lnTo>
                  <a:lnTo>
                    <a:pt x="2748128" y="2272377"/>
                  </a:lnTo>
                  <a:lnTo>
                    <a:pt x="2748128" y="2167910"/>
                  </a:lnTo>
                  <a:close/>
                  <a:moveTo>
                    <a:pt x="10933873" y="7178822"/>
                  </a:moveTo>
                  <a:lnTo>
                    <a:pt x="11956381" y="7178822"/>
                  </a:lnTo>
                  <a:lnTo>
                    <a:pt x="11956381" y="7283289"/>
                  </a:lnTo>
                  <a:lnTo>
                    <a:pt x="10933873" y="7283289"/>
                  </a:lnTo>
                  <a:lnTo>
                    <a:pt x="10933873" y="71788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58420"/>
              <a:ext cx="11588756" cy="7489517"/>
            </a:xfrm>
            <a:custGeom>
              <a:avLst/>
              <a:gdLst/>
              <a:ahLst/>
              <a:cxnLst/>
              <a:rect r="r" b="b" t="t" l="l"/>
              <a:pathLst>
                <a:path h="7489517" w="11588756">
                  <a:moveTo>
                    <a:pt x="11418338" y="4359003"/>
                  </a:moveTo>
                  <a:lnTo>
                    <a:pt x="11588756" y="4359003"/>
                  </a:lnTo>
                  <a:lnTo>
                    <a:pt x="11588756" y="4985802"/>
                  </a:lnTo>
                  <a:lnTo>
                    <a:pt x="11418338" y="4985802"/>
                  </a:lnTo>
                  <a:lnTo>
                    <a:pt x="11418338" y="4359003"/>
                  </a:lnTo>
                  <a:close/>
                  <a:moveTo>
                    <a:pt x="7924768" y="114300"/>
                  </a:moveTo>
                  <a:lnTo>
                    <a:pt x="7754351" y="114300"/>
                  </a:lnTo>
                  <a:cubicBezTo>
                    <a:pt x="7754351" y="72390"/>
                    <a:pt x="7600975" y="38100"/>
                    <a:pt x="7413514" y="38100"/>
                  </a:cubicBezTo>
                  <a:cubicBezTo>
                    <a:pt x="7226055" y="38100"/>
                    <a:pt x="7072678" y="72390"/>
                    <a:pt x="7072678" y="114300"/>
                  </a:cubicBezTo>
                  <a:lnTo>
                    <a:pt x="6902260" y="114300"/>
                  </a:lnTo>
                  <a:cubicBezTo>
                    <a:pt x="6902260" y="50800"/>
                    <a:pt x="7129484" y="0"/>
                    <a:pt x="7413514" y="0"/>
                  </a:cubicBezTo>
                  <a:cubicBezTo>
                    <a:pt x="7697544" y="0"/>
                    <a:pt x="7924768" y="50800"/>
                    <a:pt x="7924768" y="114300"/>
                  </a:cubicBezTo>
                  <a:close/>
                  <a:moveTo>
                    <a:pt x="2931521" y="4877854"/>
                  </a:moveTo>
                  <a:lnTo>
                    <a:pt x="3652957" y="4435612"/>
                  </a:lnTo>
                  <a:lnTo>
                    <a:pt x="3772250" y="4508738"/>
                  </a:lnTo>
                  <a:lnTo>
                    <a:pt x="3050814" y="4950980"/>
                  </a:lnTo>
                  <a:lnTo>
                    <a:pt x="2931521" y="4877854"/>
                  </a:lnTo>
                  <a:close/>
                  <a:moveTo>
                    <a:pt x="7322625" y="6862718"/>
                  </a:moveTo>
                  <a:lnTo>
                    <a:pt x="7493043" y="6862718"/>
                  </a:lnTo>
                  <a:lnTo>
                    <a:pt x="7493043" y="7489517"/>
                  </a:lnTo>
                  <a:lnTo>
                    <a:pt x="7322625" y="7489517"/>
                  </a:lnTo>
                  <a:lnTo>
                    <a:pt x="7322625" y="6862718"/>
                  </a:lnTo>
                  <a:close/>
                  <a:moveTo>
                    <a:pt x="17780" y="7374605"/>
                  </a:moveTo>
                  <a:lnTo>
                    <a:pt x="179070" y="6932363"/>
                  </a:lnTo>
                  <a:lnTo>
                    <a:pt x="205740" y="7005489"/>
                  </a:lnTo>
                  <a:lnTo>
                    <a:pt x="44450" y="7447731"/>
                  </a:lnTo>
                  <a:lnTo>
                    <a:pt x="17780" y="7374605"/>
                  </a:lnTo>
                  <a:close/>
                  <a:moveTo>
                    <a:pt x="6970427" y="2356728"/>
                  </a:moveTo>
                  <a:lnTo>
                    <a:pt x="7691865" y="1914486"/>
                  </a:lnTo>
                  <a:lnTo>
                    <a:pt x="7811157" y="1987612"/>
                  </a:lnTo>
                  <a:lnTo>
                    <a:pt x="7089720" y="2429854"/>
                  </a:lnTo>
                  <a:lnTo>
                    <a:pt x="6970427" y="2356728"/>
                  </a:lnTo>
                  <a:close/>
                  <a:moveTo>
                    <a:pt x="0" y="2005024"/>
                  </a:moveTo>
                  <a:lnTo>
                    <a:pt x="38100" y="2005024"/>
                  </a:lnTo>
                  <a:cubicBezTo>
                    <a:pt x="38100" y="2119937"/>
                    <a:pt x="72390" y="2213957"/>
                    <a:pt x="114300" y="2213957"/>
                  </a:cubicBezTo>
                  <a:cubicBezTo>
                    <a:pt x="156210" y="2213957"/>
                    <a:pt x="190500" y="2119937"/>
                    <a:pt x="190500" y="2005024"/>
                  </a:cubicBezTo>
                  <a:lnTo>
                    <a:pt x="228600" y="2005024"/>
                  </a:lnTo>
                  <a:cubicBezTo>
                    <a:pt x="228600" y="2179135"/>
                    <a:pt x="177800" y="2318423"/>
                    <a:pt x="114300" y="2318423"/>
                  </a:cubicBezTo>
                  <a:cubicBezTo>
                    <a:pt x="50800" y="2318423"/>
                    <a:pt x="0" y="2179135"/>
                    <a:pt x="0" y="2005024"/>
                  </a:cubicBezTo>
                  <a:close/>
                  <a:moveTo>
                    <a:pt x="7924768" y="4822138"/>
                  </a:moveTo>
                  <a:lnTo>
                    <a:pt x="7754351" y="4822138"/>
                  </a:lnTo>
                  <a:cubicBezTo>
                    <a:pt x="7754351" y="4707225"/>
                    <a:pt x="7600975" y="4613205"/>
                    <a:pt x="7413514" y="4613205"/>
                  </a:cubicBezTo>
                  <a:cubicBezTo>
                    <a:pt x="7226055" y="4613205"/>
                    <a:pt x="7072678" y="4707225"/>
                    <a:pt x="7072678" y="4822138"/>
                  </a:cubicBezTo>
                  <a:lnTo>
                    <a:pt x="6902260" y="4822138"/>
                  </a:lnTo>
                  <a:cubicBezTo>
                    <a:pt x="6902260" y="4648027"/>
                    <a:pt x="7129484" y="4508738"/>
                    <a:pt x="7413514" y="4508738"/>
                  </a:cubicBezTo>
                  <a:cubicBezTo>
                    <a:pt x="7697544" y="4508738"/>
                    <a:pt x="7924768" y="4648027"/>
                    <a:pt x="7924768" y="4822138"/>
                  </a:cubicBezTo>
                  <a:close/>
                </a:path>
              </a:pathLst>
            </a:custGeom>
            <a:solidFill>
              <a:srgbClr val="FFD93B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0388" y="3211333"/>
            <a:ext cx="12087225" cy="225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The model loads, processes input text, and outputs the predicted emotion with confidence to user through streamlit.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4700" y="1997835"/>
            <a:ext cx="11658600" cy="10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20"/>
              </a:lnSpc>
              <a:spcBef>
                <a:spcPct val="0"/>
              </a:spcBef>
            </a:pPr>
            <a:r>
              <a:rPr lang="en-US" b="true" sz="6629">
                <a:solidFill>
                  <a:srgbClr val="FFD93B"/>
                </a:solidFill>
                <a:latin typeface="Prompt Bold"/>
                <a:ea typeface="Prompt Bold"/>
                <a:cs typeface="Prompt Bold"/>
                <a:sym typeface="Prompt Bold"/>
              </a:rPr>
              <a:t>PROJECT WORKING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65696" y="6606273"/>
            <a:ext cx="8875059" cy="5304054"/>
            <a:chOff x="369570" y="346710"/>
            <a:chExt cx="2973070" cy="2973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8420" y="0"/>
              <a:ext cx="11956381" cy="7394720"/>
            </a:xfrm>
            <a:custGeom>
              <a:avLst/>
              <a:gdLst/>
              <a:ahLst/>
              <a:cxnLst/>
              <a:rect r="r" b="b" t="t" l="l"/>
              <a:pathLst>
                <a:path h="7394720" w="11956381">
                  <a:moveTo>
                    <a:pt x="3265062" y="7394720"/>
                  </a:moveTo>
                  <a:cubicBezTo>
                    <a:pt x="3549092" y="7394720"/>
                    <a:pt x="3776316" y="7255431"/>
                    <a:pt x="3776316" y="7081320"/>
                  </a:cubicBezTo>
                  <a:lnTo>
                    <a:pt x="3605898" y="7081320"/>
                  </a:lnTo>
                  <a:cubicBezTo>
                    <a:pt x="3605898" y="7196234"/>
                    <a:pt x="3452522" y="7290253"/>
                    <a:pt x="3265062" y="7290253"/>
                  </a:cubicBezTo>
                  <a:cubicBezTo>
                    <a:pt x="3077602" y="7290253"/>
                    <a:pt x="2924226" y="7196234"/>
                    <a:pt x="2924226" y="7081320"/>
                  </a:cubicBezTo>
                  <a:lnTo>
                    <a:pt x="2753808" y="7081320"/>
                  </a:lnTo>
                  <a:cubicBezTo>
                    <a:pt x="2753808" y="7255431"/>
                    <a:pt x="2981032" y="7394720"/>
                    <a:pt x="3265062" y="7394720"/>
                  </a:cubicBezTo>
                  <a:close/>
                  <a:moveTo>
                    <a:pt x="0" y="4723858"/>
                  </a:moveTo>
                  <a:cubicBezTo>
                    <a:pt x="0" y="4897969"/>
                    <a:pt x="50800" y="5037258"/>
                    <a:pt x="114300" y="5037258"/>
                  </a:cubicBezTo>
                  <a:lnTo>
                    <a:pt x="114300" y="4932792"/>
                  </a:lnTo>
                  <a:cubicBezTo>
                    <a:pt x="72390" y="4932792"/>
                    <a:pt x="38100" y="4838772"/>
                    <a:pt x="38100" y="4723858"/>
                  </a:cubicBezTo>
                  <a:cubicBezTo>
                    <a:pt x="38100" y="4608945"/>
                    <a:pt x="72390" y="4514925"/>
                    <a:pt x="114300" y="4514925"/>
                  </a:cubicBezTo>
                  <a:lnTo>
                    <a:pt x="114300" y="4410459"/>
                  </a:lnTo>
                  <a:cubicBezTo>
                    <a:pt x="50800" y="4410459"/>
                    <a:pt x="0" y="4549747"/>
                    <a:pt x="0" y="4723858"/>
                  </a:cubicBezTo>
                  <a:close/>
                  <a:moveTo>
                    <a:pt x="10933873" y="101600"/>
                  </a:moveTo>
                  <a:lnTo>
                    <a:pt x="11956381" y="101600"/>
                  </a:lnTo>
                  <a:lnTo>
                    <a:pt x="11956381" y="139700"/>
                  </a:lnTo>
                  <a:lnTo>
                    <a:pt x="10933873" y="139700"/>
                  </a:lnTo>
                  <a:lnTo>
                    <a:pt x="10933873" y="101600"/>
                  </a:lnTo>
                  <a:close/>
                  <a:moveTo>
                    <a:pt x="11189500" y="2230590"/>
                  </a:moveTo>
                  <a:cubicBezTo>
                    <a:pt x="11189500" y="2404701"/>
                    <a:pt x="11416724" y="2543989"/>
                    <a:pt x="11700754" y="2543989"/>
                  </a:cubicBezTo>
                  <a:lnTo>
                    <a:pt x="11700754" y="2439523"/>
                  </a:lnTo>
                  <a:cubicBezTo>
                    <a:pt x="11513295" y="2439523"/>
                    <a:pt x="11359918" y="2345503"/>
                    <a:pt x="11359918" y="2230590"/>
                  </a:cubicBezTo>
                  <a:cubicBezTo>
                    <a:pt x="11359918" y="2115677"/>
                    <a:pt x="11513295" y="2021657"/>
                    <a:pt x="11700754" y="2021657"/>
                  </a:cubicBezTo>
                  <a:lnTo>
                    <a:pt x="11700754" y="1917190"/>
                  </a:lnTo>
                  <a:cubicBezTo>
                    <a:pt x="11416724" y="1917190"/>
                    <a:pt x="11189500" y="2056479"/>
                    <a:pt x="11189500" y="2230590"/>
                  </a:cubicBezTo>
                  <a:close/>
                  <a:moveTo>
                    <a:pt x="3509328" y="116840"/>
                  </a:moveTo>
                  <a:cubicBezTo>
                    <a:pt x="3509328" y="53340"/>
                    <a:pt x="3282104" y="2540"/>
                    <a:pt x="2998074" y="2540"/>
                  </a:cubicBezTo>
                  <a:lnTo>
                    <a:pt x="2998074" y="40640"/>
                  </a:lnTo>
                  <a:cubicBezTo>
                    <a:pt x="3185534" y="40640"/>
                    <a:pt x="3338910" y="74930"/>
                    <a:pt x="3338910" y="116840"/>
                  </a:cubicBezTo>
                  <a:cubicBezTo>
                    <a:pt x="3338910" y="158750"/>
                    <a:pt x="3185534" y="193040"/>
                    <a:pt x="2998074" y="193040"/>
                  </a:cubicBezTo>
                  <a:lnTo>
                    <a:pt x="2998074" y="231140"/>
                  </a:lnTo>
                  <a:cubicBezTo>
                    <a:pt x="3282104" y="231140"/>
                    <a:pt x="3509328" y="180340"/>
                    <a:pt x="3509328" y="116840"/>
                  </a:cubicBezTo>
                  <a:close/>
                  <a:moveTo>
                    <a:pt x="36830" y="0"/>
                  </a:moveTo>
                  <a:lnTo>
                    <a:pt x="74930" y="0"/>
                  </a:lnTo>
                  <a:lnTo>
                    <a:pt x="74930" y="228600"/>
                  </a:lnTo>
                  <a:lnTo>
                    <a:pt x="36830" y="228600"/>
                  </a:lnTo>
                  <a:lnTo>
                    <a:pt x="36830" y="0"/>
                  </a:lnTo>
                  <a:close/>
                  <a:moveTo>
                    <a:pt x="2748128" y="2167910"/>
                  </a:moveTo>
                  <a:lnTo>
                    <a:pt x="3770636" y="2167910"/>
                  </a:lnTo>
                  <a:lnTo>
                    <a:pt x="3770636" y="2272377"/>
                  </a:lnTo>
                  <a:lnTo>
                    <a:pt x="2748128" y="2272377"/>
                  </a:lnTo>
                  <a:lnTo>
                    <a:pt x="2748128" y="2167910"/>
                  </a:lnTo>
                  <a:close/>
                  <a:moveTo>
                    <a:pt x="10933873" y="7178822"/>
                  </a:moveTo>
                  <a:lnTo>
                    <a:pt x="11956381" y="7178822"/>
                  </a:lnTo>
                  <a:lnTo>
                    <a:pt x="11956381" y="7283289"/>
                  </a:lnTo>
                  <a:lnTo>
                    <a:pt x="10933873" y="7283289"/>
                  </a:lnTo>
                  <a:lnTo>
                    <a:pt x="10933873" y="71788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58420"/>
              <a:ext cx="11588756" cy="7489517"/>
            </a:xfrm>
            <a:custGeom>
              <a:avLst/>
              <a:gdLst/>
              <a:ahLst/>
              <a:cxnLst/>
              <a:rect r="r" b="b" t="t" l="l"/>
              <a:pathLst>
                <a:path h="7489517" w="11588756">
                  <a:moveTo>
                    <a:pt x="11418338" y="4359003"/>
                  </a:moveTo>
                  <a:lnTo>
                    <a:pt x="11588756" y="4359003"/>
                  </a:lnTo>
                  <a:lnTo>
                    <a:pt x="11588756" y="4985802"/>
                  </a:lnTo>
                  <a:lnTo>
                    <a:pt x="11418338" y="4985802"/>
                  </a:lnTo>
                  <a:lnTo>
                    <a:pt x="11418338" y="4359003"/>
                  </a:lnTo>
                  <a:close/>
                  <a:moveTo>
                    <a:pt x="7924768" y="114300"/>
                  </a:moveTo>
                  <a:lnTo>
                    <a:pt x="7754351" y="114300"/>
                  </a:lnTo>
                  <a:cubicBezTo>
                    <a:pt x="7754351" y="72390"/>
                    <a:pt x="7600975" y="38100"/>
                    <a:pt x="7413514" y="38100"/>
                  </a:cubicBezTo>
                  <a:cubicBezTo>
                    <a:pt x="7226055" y="38100"/>
                    <a:pt x="7072678" y="72390"/>
                    <a:pt x="7072678" y="114300"/>
                  </a:cubicBezTo>
                  <a:lnTo>
                    <a:pt x="6902260" y="114300"/>
                  </a:lnTo>
                  <a:cubicBezTo>
                    <a:pt x="6902260" y="50800"/>
                    <a:pt x="7129484" y="0"/>
                    <a:pt x="7413514" y="0"/>
                  </a:cubicBezTo>
                  <a:cubicBezTo>
                    <a:pt x="7697544" y="0"/>
                    <a:pt x="7924768" y="50800"/>
                    <a:pt x="7924768" y="114300"/>
                  </a:cubicBezTo>
                  <a:close/>
                  <a:moveTo>
                    <a:pt x="2931521" y="4877854"/>
                  </a:moveTo>
                  <a:lnTo>
                    <a:pt x="3652957" y="4435612"/>
                  </a:lnTo>
                  <a:lnTo>
                    <a:pt x="3772250" y="4508738"/>
                  </a:lnTo>
                  <a:lnTo>
                    <a:pt x="3050814" y="4950980"/>
                  </a:lnTo>
                  <a:lnTo>
                    <a:pt x="2931521" y="4877854"/>
                  </a:lnTo>
                  <a:close/>
                  <a:moveTo>
                    <a:pt x="7322625" y="6862718"/>
                  </a:moveTo>
                  <a:lnTo>
                    <a:pt x="7493043" y="6862718"/>
                  </a:lnTo>
                  <a:lnTo>
                    <a:pt x="7493043" y="7489517"/>
                  </a:lnTo>
                  <a:lnTo>
                    <a:pt x="7322625" y="7489517"/>
                  </a:lnTo>
                  <a:lnTo>
                    <a:pt x="7322625" y="6862718"/>
                  </a:lnTo>
                  <a:close/>
                  <a:moveTo>
                    <a:pt x="17780" y="7374605"/>
                  </a:moveTo>
                  <a:lnTo>
                    <a:pt x="179070" y="6932363"/>
                  </a:lnTo>
                  <a:lnTo>
                    <a:pt x="205740" y="7005489"/>
                  </a:lnTo>
                  <a:lnTo>
                    <a:pt x="44450" y="7447731"/>
                  </a:lnTo>
                  <a:lnTo>
                    <a:pt x="17780" y="7374605"/>
                  </a:lnTo>
                  <a:close/>
                  <a:moveTo>
                    <a:pt x="6970427" y="2356728"/>
                  </a:moveTo>
                  <a:lnTo>
                    <a:pt x="7691865" y="1914486"/>
                  </a:lnTo>
                  <a:lnTo>
                    <a:pt x="7811157" y="1987612"/>
                  </a:lnTo>
                  <a:lnTo>
                    <a:pt x="7089720" y="2429854"/>
                  </a:lnTo>
                  <a:lnTo>
                    <a:pt x="6970427" y="2356728"/>
                  </a:lnTo>
                  <a:close/>
                  <a:moveTo>
                    <a:pt x="0" y="2005024"/>
                  </a:moveTo>
                  <a:lnTo>
                    <a:pt x="38100" y="2005024"/>
                  </a:lnTo>
                  <a:cubicBezTo>
                    <a:pt x="38100" y="2119937"/>
                    <a:pt x="72390" y="2213957"/>
                    <a:pt x="114300" y="2213957"/>
                  </a:cubicBezTo>
                  <a:cubicBezTo>
                    <a:pt x="156210" y="2213957"/>
                    <a:pt x="190500" y="2119937"/>
                    <a:pt x="190500" y="2005024"/>
                  </a:cubicBezTo>
                  <a:lnTo>
                    <a:pt x="228600" y="2005024"/>
                  </a:lnTo>
                  <a:cubicBezTo>
                    <a:pt x="228600" y="2179135"/>
                    <a:pt x="177800" y="2318423"/>
                    <a:pt x="114300" y="2318423"/>
                  </a:cubicBezTo>
                  <a:cubicBezTo>
                    <a:pt x="50800" y="2318423"/>
                    <a:pt x="0" y="2179135"/>
                    <a:pt x="0" y="2005024"/>
                  </a:cubicBezTo>
                  <a:close/>
                  <a:moveTo>
                    <a:pt x="7924768" y="4822138"/>
                  </a:moveTo>
                  <a:lnTo>
                    <a:pt x="7754351" y="4822138"/>
                  </a:lnTo>
                  <a:cubicBezTo>
                    <a:pt x="7754351" y="4707225"/>
                    <a:pt x="7600975" y="4613205"/>
                    <a:pt x="7413514" y="4613205"/>
                  </a:cubicBezTo>
                  <a:cubicBezTo>
                    <a:pt x="7226055" y="4613205"/>
                    <a:pt x="7072678" y="4707225"/>
                    <a:pt x="7072678" y="4822138"/>
                  </a:cubicBezTo>
                  <a:lnTo>
                    <a:pt x="6902260" y="4822138"/>
                  </a:lnTo>
                  <a:cubicBezTo>
                    <a:pt x="6902260" y="4648027"/>
                    <a:pt x="7129484" y="4508738"/>
                    <a:pt x="7413514" y="4508738"/>
                  </a:cubicBezTo>
                  <a:cubicBezTo>
                    <a:pt x="7697544" y="4508738"/>
                    <a:pt x="7924768" y="4648027"/>
                    <a:pt x="7924768" y="4822138"/>
                  </a:cubicBezTo>
                  <a:close/>
                </a:path>
              </a:pathLst>
            </a:custGeom>
            <a:solidFill>
              <a:srgbClr val="FFD93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-1144522" y="8643280"/>
            <a:ext cx="10885545" cy="5442772"/>
          </a:xfrm>
          <a:custGeom>
            <a:avLst/>
            <a:gdLst/>
            <a:ahLst/>
            <a:cxnLst/>
            <a:rect r="r" b="b" t="t" l="l"/>
            <a:pathLst>
              <a:path h="5442772" w="10885545">
                <a:moveTo>
                  <a:pt x="0" y="0"/>
                </a:moveTo>
                <a:lnTo>
                  <a:pt x="10885545" y="0"/>
                </a:lnTo>
                <a:lnTo>
                  <a:pt x="10885545" y="5442773"/>
                </a:lnTo>
                <a:lnTo>
                  <a:pt x="0" y="544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17933" y="3114672"/>
            <a:ext cx="4305698" cy="4040410"/>
          </a:xfrm>
          <a:custGeom>
            <a:avLst/>
            <a:gdLst/>
            <a:ahLst/>
            <a:cxnLst/>
            <a:rect r="r" b="b" t="t" l="l"/>
            <a:pathLst>
              <a:path h="4040410" w="4305698">
                <a:moveTo>
                  <a:pt x="0" y="0"/>
                </a:moveTo>
                <a:lnTo>
                  <a:pt x="4305697" y="0"/>
                </a:lnTo>
                <a:lnTo>
                  <a:pt x="4305697" y="4040410"/>
                </a:lnTo>
                <a:lnTo>
                  <a:pt x="0" y="4040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360" b="-42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97971" y="3114672"/>
            <a:ext cx="4041847" cy="4057656"/>
          </a:xfrm>
          <a:custGeom>
            <a:avLst/>
            <a:gdLst/>
            <a:ahLst/>
            <a:cxnLst/>
            <a:rect r="r" b="b" t="t" l="l"/>
            <a:pathLst>
              <a:path h="4057656" w="4041847">
                <a:moveTo>
                  <a:pt x="0" y="0"/>
                </a:moveTo>
                <a:lnTo>
                  <a:pt x="4041847" y="0"/>
                </a:lnTo>
                <a:lnTo>
                  <a:pt x="4041847" y="4057656"/>
                </a:lnTo>
                <a:lnTo>
                  <a:pt x="0" y="4057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64370" y="3114672"/>
            <a:ext cx="4133602" cy="4057656"/>
          </a:xfrm>
          <a:custGeom>
            <a:avLst/>
            <a:gdLst/>
            <a:ahLst/>
            <a:cxnLst/>
            <a:rect r="r" b="b" t="t" l="l"/>
            <a:pathLst>
              <a:path h="4057656" w="4133602">
                <a:moveTo>
                  <a:pt x="0" y="0"/>
                </a:moveTo>
                <a:lnTo>
                  <a:pt x="4133601" y="0"/>
                </a:lnTo>
                <a:lnTo>
                  <a:pt x="4133601" y="4057656"/>
                </a:lnTo>
                <a:lnTo>
                  <a:pt x="0" y="4057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4700" y="1566142"/>
            <a:ext cx="11658600" cy="10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20"/>
              </a:lnSpc>
              <a:spcBef>
                <a:spcPct val="0"/>
              </a:spcBef>
            </a:pPr>
            <a:r>
              <a:rPr lang="en-US" b="true" sz="6629">
                <a:solidFill>
                  <a:srgbClr val="FFD93B"/>
                </a:solidFill>
                <a:latin typeface="Prompt Bold"/>
                <a:ea typeface="Prompt Bold"/>
                <a:cs typeface="Prompt Bold"/>
                <a:sym typeface="Prompt Bold"/>
              </a:rPr>
              <a:t>OUTPUT SCREENSHOTS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0388" y="2378869"/>
            <a:ext cx="12087225" cy="370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Customer support sentiment analysis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Social media monitoring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Emotion-aware chatbots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Non-clinical mental health analysis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Feedback analytics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4700" y="1000125"/>
            <a:ext cx="11658600" cy="10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20"/>
              </a:lnSpc>
              <a:spcBef>
                <a:spcPct val="0"/>
              </a:spcBef>
            </a:pPr>
            <a:r>
              <a:rPr lang="en-US" b="true" sz="6629">
                <a:solidFill>
                  <a:srgbClr val="FFD93B"/>
                </a:solidFill>
                <a:latin typeface="Prompt Bold"/>
                <a:ea typeface="Prompt Bold"/>
                <a:cs typeface="Prompt Bold"/>
                <a:sym typeface="Prompt Bold"/>
              </a:rPr>
              <a:t>APPLICATIONS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65696" y="6606273"/>
            <a:ext cx="8875059" cy="5304054"/>
            <a:chOff x="369570" y="346710"/>
            <a:chExt cx="2973070" cy="2973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8420" y="0"/>
              <a:ext cx="11956381" cy="7394720"/>
            </a:xfrm>
            <a:custGeom>
              <a:avLst/>
              <a:gdLst/>
              <a:ahLst/>
              <a:cxnLst/>
              <a:rect r="r" b="b" t="t" l="l"/>
              <a:pathLst>
                <a:path h="7394720" w="11956381">
                  <a:moveTo>
                    <a:pt x="3265062" y="7394720"/>
                  </a:moveTo>
                  <a:cubicBezTo>
                    <a:pt x="3549092" y="7394720"/>
                    <a:pt x="3776316" y="7255431"/>
                    <a:pt x="3776316" y="7081320"/>
                  </a:cubicBezTo>
                  <a:lnTo>
                    <a:pt x="3605898" y="7081320"/>
                  </a:lnTo>
                  <a:cubicBezTo>
                    <a:pt x="3605898" y="7196234"/>
                    <a:pt x="3452522" y="7290253"/>
                    <a:pt x="3265062" y="7290253"/>
                  </a:cubicBezTo>
                  <a:cubicBezTo>
                    <a:pt x="3077602" y="7290253"/>
                    <a:pt x="2924226" y="7196234"/>
                    <a:pt x="2924226" y="7081320"/>
                  </a:cubicBezTo>
                  <a:lnTo>
                    <a:pt x="2753808" y="7081320"/>
                  </a:lnTo>
                  <a:cubicBezTo>
                    <a:pt x="2753808" y="7255431"/>
                    <a:pt x="2981032" y="7394720"/>
                    <a:pt x="3265062" y="7394720"/>
                  </a:cubicBezTo>
                  <a:close/>
                  <a:moveTo>
                    <a:pt x="0" y="4723858"/>
                  </a:moveTo>
                  <a:cubicBezTo>
                    <a:pt x="0" y="4897969"/>
                    <a:pt x="50800" y="5037258"/>
                    <a:pt x="114300" y="5037258"/>
                  </a:cubicBezTo>
                  <a:lnTo>
                    <a:pt x="114300" y="4932792"/>
                  </a:lnTo>
                  <a:cubicBezTo>
                    <a:pt x="72390" y="4932792"/>
                    <a:pt x="38100" y="4838772"/>
                    <a:pt x="38100" y="4723858"/>
                  </a:cubicBezTo>
                  <a:cubicBezTo>
                    <a:pt x="38100" y="4608945"/>
                    <a:pt x="72390" y="4514925"/>
                    <a:pt x="114300" y="4514925"/>
                  </a:cubicBezTo>
                  <a:lnTo>
                    <a:pt x="114300" y="4410459"/>
                  </a:lnTo>
                  <a:cubicBezTo>
                    <a:pt x="50800" y="4410459"/>
                    <a:pt x="0" y="4549747"/>
                    <a:pt x="0" y="4723858"/>
                  </a:cubicBezTo>
                  <a:close/>
                  <a:moveTo>
                    <a:pt x="10933873" y="101600"/>
                  </a:moveTo>
                  <a:lnTo>
                    <a:pt x="11956381" y="101600"/>
                  </a:lnTo>
                  <a:lnTo>
                    <a:pt x="11956381" y="139700"/>
                  </a:lnTo>
                  <a:lnTo>
                    <a:pt x="10933873" y="139700"/>
                  </a:lnTo>
                  <a:lnTo>
                    <a:pt x="10933873" y="101600"/>
                  </a:lnTo>
                  <a:close/>
                  <a:moveTo>
                    <a:pt x="11189500" y="2230590"/>
                  </a:moveTo>
                  <a:cubicBezTo>
                    <a:pt x="11189500" y="2404701"/>
                    <a:pt x="11416724" y="2543989"/>
                    <a:pt x="11700754" y="2543989"/>
                  </a:cubicBezTo>
                  <a:lnTo>
                    <a:pt x="11700754" y="2439523"/>
                  </a:lnTo>
                  <a:cubicBezTo>
                    <a:pt x="11513295" y="2439523"/>
                    <a:pt x="11359918" y="2345503"/>
                    <a:pt x="11359918" y="2230590"/>
                  </a:cubicBezTo>
                  <a:cubicBezTo>
                    <a:pt x="11359918" y="2115677"/>
                    <a:pt x="11513295" y="2021657"/>
                    <a:pt x="11700754" y="2021657"/>
                  </a:cubicBezTo>
                  <a:lnTo>
                    <a:pt x="11700754" y="1917190"/>
                  </a:lnTo>
                  <a:cubicBezTo>
                    <a:pt x="11416724" y="1917190"/>
                    <a:pt x="11189500" y="2056479"/>
                    <a:pt x="11189500" y="2230590"/>
                  </a:cubicBezTo>
                  <a:close/>
                  <a:moveTo>
                    <a:pt x="3509328" y="116840"/>
                  </a:moveTo>
                  <a:cubicBezTo>
                    <a:pt x="3509328" y="53340"/>
                    <a:pt x="3282104" y="2540"/>
                    <a:pt x="2998074" y="2540"/>
                  </a:cubicBezTo>
                  <a:lnTo>
                    <a:pt x="2998074" y="40640"/>
                  </a:lnTo>
                  <a:cubicBezTo>
                    <a:pt x="3185534" y="40640"/>
                    <a:pt x="3338910" y="74930"/>
                    <a:pt x="3338910" y="116840"/>
                  </a:cubicBezTo>
                  <a:cubicBezTo>
                    <a:pt x="3338910" y="158750"/>
                    <a:pt x="3185534" y="193040"/>
                    <a:pt x="2998074" y="193040"/>
                  </a:cubicBezTo>
                  <a:lnTo>
                    <a:pt x="2998074" y="231140"/>
                  </a:lnTo>
                  <a:cubicBezTo>
                    <a:pt x="3282104" y="231140"/>
                    <a:pt x="3509328" y="180340"/>
                    <a:pt x="3509328" y="116840"/>
                  </a:cubicBezTo>
                  <a:close/>
                  <a:moveTo>
                    <a:pt x="36830" y="0"/>
                  </a:moveTo>
                  <a:lnTo>
                    <a:pt x="74930" y="0"/>
                  </a:lnTo>
                  <a:lnTo>
                    <a:pt x="74930" y="228600"/>
                  </a:lnTo>
                  <a:lnTo>
                    <a:pt x="36830" y="228600"/>
                  </a:lnTo>
                  <a:lnTo>
                    <a:pt x="36830" y="0"/>
                  </a:lnTo>
                  <a:close/>
                  <a:moveTo>
                    <a:pt x="2748128" y="2167910"/>
                  </a:moveTo>
                  <a:lnTo>
                    <a:pt x="3770636" y="2167910"/>
                  </a:lnTo>
                  <a:lnTo>
                    <a:pt x="3770636" y="2272377"/>
                  </a:lnTo>
                  <a:lnTo>
                    <a:pt x="2748128" y="2272377"/>
                  </a:lnTo>
                  <a:lnTo>
                    <a:pt x="2748128" y="2167910"/>
                  </a:lnTo>
                  <a:close/>
                  <a:moveTo>
                    <a:pt x="10933873" y="7178822"/>
                  </a:moveTo>
                  <a:lnTo>
                    <a:pt x="11956381" y="7178822"/>
                  </a:lnTo>
                  <a:lnTo>
                    <a:pt x="11956381" y="7283289"/>
                  </a:lnTo>
                  <a:lnTo>
                    <a:pt x="10933873" y="7283289"/>
                  </a:lnTo>
                  <a:lnTo>
                    <a:pt x="10933873" y="71788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58420"/>
              <a:ext cx="11588756" cy="7489517"/>
            </a:xfrm>
            <a:custGeom>
              <a:avLst/>
              <a:gdLst/>
              <a:ahLst/>
              <a:cxnLst/>
              <a:rect r="r" b="b" t="t" l="l"/>
              <a:pathLst>
                <a:path h="7489517" w="11588756">
                  <a:moveTo>
                    <a:pt x="11418338" y="4359003"/>
                  </a:moveTo>
                  <a:lnTo>
                    <a:pt x="11588756" y="4359003"/>
                  </a:lnTo>
                  <a:lnTo>
                    <a:pt x="11588756" y="4985802"/>
                  </a:lnTo>
                  <a:lnTo>
                    <a:pt x="11418338" y="4985802"/>
                  </a:lnTo>
                  <a:lnTo>
                    <a:pt x="11418338" y="4359003"/>
                  </a:lnTo>
                  <a:close/>
                  <a:moveTo>
                    <a:pt x="7924768" y="114300"/>
                  </a:moveTo>
                  <a:lnTo>
                    <a:pt x="7754351" y="114300"/>
                  </a:lnTo>
                  <a:cubicBezTo>
                    <a:pt x="7754351" y="72390"/>
                    <a:pt x="7600975" y="38100"/>
                    <a:pt x="7413514" y="38100"/>
                  </a:cubicBezTo>
                  <a:cubicBezTo>
                    <a:pt x="7226055" y="38100"/>
                    <a:pt x="7072678" y="72390"/>
                    <a:pt x="7072678" y="114300"/>
                  </a:cubicBezTo>
                  <a:lnTo>
                    <a:pt x="6902260" y="114300"/>
                  </a:lnTo>
                  <a:cubicBezTo>
                    <a:pt x="6902260" y="50800"/>
                    <a:pt x="7129484" y="0"/>
                    <a:pt x="7413514" y="0"/>
                  </a:cubicBezTo>
                  <a:cubicBezTo>
                    <a:pt x="7697544" y="0"/>
                    <a:pt x="7924768" y="50800"/>
                    <a:pt x="7924768" y="114300"/>
                  </a:cubicBezTo>
                  <a:close/>
                  <a:moveTo>
                    <a:pt x="2931521" y="4877854"/>
                  </a:moveTo>
                  <a:lnTo>
                    <a:pt x="3652957" y="4435612"/>
                  </a:lnTo>
                  <a:lnTo>
                    <a:pt x="3772250" y="4508738"/>
                  </a:lnTo>
                  <a:lnTo>
                    <a:pt x="3050814" y="4950980"/>
                  </a:lnTo>
                  <a:lnTo>
                    <a:pt x="2931521" y="4877854"/>
                  </a:lnTo>
                  <a:close/>
                  <a:moveTo>
                    <a:pt x="7322625" y="6862718"/>
                  </a:moveTo>
                  <a:lnTo>
                    <a:pt x="7493043" y="6862718"/>
                  </a:lnTo>
                  <a:lnTo>
                    <a:pt x="7493043" y="7489517"/>
                  </a:lnTo>
                  <a:lnTo>
                    <a:pt x="7322625" y="7489517"/>
                  </a:lnTo>
                  <a:lnTo>
                    <a:pt x="7322625" y="6862718"/>
                  </a:lnTo>
                  <a:close/>
                  <a:moveTo>
                    <a:pt x="17780" y="7374605"/>
                  </a:moveTo>
                  <a:lnTo>
                    <a:pt x="179070" y="6932363"/>
                  </a:lnTo>
                  <a:lnTo>
                    <a:pt x="205740" y="7005489"/>
                  </a:lnTo>
                  <a:lnTo>
                    <a:pt x="44450" y="7447731"/>
                  </a:lnTo>
                  <a:lnTo>
                    <a:pt x="17780" y="7374605"/>
                  </a:lnTo>
                  <a:close/>
                  <a:moveTo>
                    <a:pt x="6970427" y="2356728"/>
                  </a:moveTo>
                  <a:lnTo>
                    <a:pt x="7691865" y="1914486"/>
                  </a:lnTo>
                  <a:lnTo>
                    <a:pt x="7811157" y="1987612"/>
                  </a:lnTo>
                  <a:lnTo>
                    <a:pt x="7089720" y="2429854"/>
                  </a:lnTo>
                  <a:lnTo>
                    <a:pt x="6970427" y="2356728"/>
                  </a:lnTo>
                  <a:close/>
                  <a:moveTo>
                    <a:pt x="0" y="2005024"/>
                  </a:moveTo>
                  <a:lnTo>
                    <a:pt x="38100" y="2005024"/>
                  </a:lnTo>
                  <a:cubicBezTo>
                    <a:pt x="38100" y="2119937"/>
                    <a:pt x="72390" y="2213957"/>
                    <a:pt x="114300" y="2213957"/>
                  </a:cubicBezTo>
                  <a:cubicBezTo>
                    <a:pt x="156210" y="2213957"/>
                    <a:pt x="190500" y="2119937"/>
                    <a:pt x="190500" y="2005024"/>
                  </a:cubicBezTo>
                  <a:lnTo>
                    <a:pt x="228600" y="2005024"/>
                  </a:lnTo>
                  <a:cubicBezTo>
                    <a:pt x="228600" y="2179135"/>
                    <a:pt x="177800" y="2318423"/>
                    <a:pt x="114300" y="2318423"/>
                  </a:cubicBezTo>
                  <a:cubicBezTo>
                    <a:pt x="50800" y="2318423"/>
                    <a:pt x="0" y="2179135"/>
                    <a:pt x="0" y="2005024"/>
                  </a:cubicBezTo>
                  <a:close/>
                  <a:moveTo>
                    <a:pt x="7924768" y="4822138"/>
                  </a:moveTo>
                  <a:lnTo>
                    <a:pt x="7754351" y="4822138"/>
                  </a:lnTo>
                  <a:cubicBezTo>
                    <a:pt x="7754351" y="4707225"/>
                    <a:pt x="7600975" y="4613205"/>
                    <a:pt x="7413514" y="4613205"/>
                  </a:cubicBezTo>
                  <a:cubicBezTo>
                    <a:pt x="7226055" y="4613205"/>
                    <a:pt x="7072678" y="4707225"/>
                    <a:pt x="7072678" y="4822138"/>
                  </a:cubicBezTo>
                  <a:lnTo>
                    <a:pt x="6902260" y="4822138"/>
                  </a:lnTo>
                  <a:cubicBezTo>
                    <a:pt x="6902260" y="4648027"/>
                    <a:pt x="7129484" y="4508738"/>
                    <a:pt x="7413514" y="4508738"/>
                  </a:cubicBezTo>
                  <a:cubicBezTo>
                    <a:pt x="7697544" y="4508738"/>
                    <a:pt x="7924768" y="4648027"/>
                    <a:pt x="7924768" y="4822138"/>
                  </a:cubicBezTo>
                  <a:close/>
                </a:path>
              </a:pathLst>
            </a:custGeom>
            <a:solidFill>
              <a:srgbClr val="FFD93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-1144522" y="8802503"/>
            <a:ext cx="10885545" cy="5442772"/>
          </a:xfrm>
          <a:custGeom>
            <a:avLst/>
            <a:gdLst/>
            <a:ahLst/>
            <a:cxnLst/>
            <a:rect r="r" b="b" t="t" l="l"/>
            <a:pathLst>
              <a:path h="5442772" w="10885545">
                <a:moveTo>
                  <a:pt x="0" y="0"/>
                </a:moveTo>
                <a:lnTo>
                  <a:pt x="10885545" y="0"/>
                </a:lnTo>
                <a:lnTo>
                  <a:pt x="10885545" y="5442773"/>
                </a:lnTo>
                <a:lnTo>
                  <a:pt x="0" y="544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0388" y="2378869"/>
            <a:ext cx="12087225" cy="370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Deploy as full web app/API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Multilingual support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Better datasets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Real-time chat emotion tracking</a:t>
            </a:r>
          </a:p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• Visual dashboards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4700" y="1000125"/>
            <a:ext cx="11658600" cy="10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20"/>
              </a:lnSpc>
              <a:spcBef>
                <a:spcPct val="0"/>
              </a:spcBef>
            </a:pPr>
            <a:r>
              <a:rPr lang="en-US" b="true" sz="6629">
                <a:solidFill>
                  <a:srgbClr val="FFD93B"/>
                </a:solidFill>
                <a:latin typeface="Prompt Bold"/>
                <a:ea typeface="Prompt Bold"/>
                <a:cs typeface="Prompt Bold"/>
                <a:sym typeface="Prompt Bold"/>
              </a:rPr>
              <a:t>FUTURE SCOPE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65696" y="6606273"/>
            <a:ext cx="8875059" cy="5304054"/>
            <a:chOff x="369570" y="346710"/>
            <a:chExt cx="2973070" cy="2973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8420" y="0"/>
              <a:ext cx="11956381" cy="7394720"/>
            </a:xfrm>
            <a:custGeom>
              <a:avLst/>
              <a:gdLst/>
              <a:ahLst/>
              <a:cxnLst/>
              <a:rect r="r" b="b" t="t" l="l"/>
              <a:pathLst>
                <a:path h="7394720" w="11956381">
                  <a:moveTo>
                    <a:pt x="3265062" y="7394720"/>
                  </a:moveTo>
                  <a:cubicBezTo>
                    <a:pt x="3549092" y="7394720"/>
                    <a:pt x="3776316" y="7255431"/>
                    <a:pt x="3776316" y="7081320"/>
                  </a:cubicBezTo>
                  <a:lnTo>
                    <a:pt x="3605898" y="7081320"/>
                  </a:lnTo>
                  <a:cubicBezTo>
                    <a:pt x="3605898" y="7196234"/>
                    <a:pt x="3452522" y="7290253"/>
                    <a:pt x="3265062" y="7290253"/>
                  </a:cubicBezTo>
                  <a:cubicBezTo>
                    <a:pt x="3077602" y="7290253"/>
                    <a:pt x="2924226" y="7196234"/>
                    <a:pt x="2924226" y="7081320"/>
                  </a:cubicBezTo>
                  <a:lnTo>
                    <a:pt x="2753808" y="7081320"/>
                  </a:lnTo>
                  <a:cubicBezTo>
                    <a:pt x="2753808" y="7255431"/>
                    <a:pt x="2981032" y="7394720"/>
                    <a:pt x="3265062" y="7394720"/>
                  </a:cubicBezTo>
                  <a:close/>
                  <a:moveTo>
                    <a:pt x="0" y="4723858"/>
                  </a:moveTo>
                  <a:cubicBezTo>
                    <a:pt x="0" y="4897969"/>
                    <a:pt x="50800" y="5037258"/>
                    <a:pt x="114300" y="5037258"/>
                  </a:cubicBezTo>
                  <a:lnTo>
                    <a:pt x="114300" y="4932792"/>
                  </a:lnTo>
                  <a:cubicBezTo>
                    <a:pt x="72390" y="4932792"/>
                    <a:pt x="38100" y="4838772"/>
                    <a:pt x="38100" y="4723858"/>
                  </a:cubicBezTo>
                  <a:cubicBezTo>
                    <a:pt x="38100" y="4608945"/>
                    <a:pt x="72390" y="4514925"/>
                    <a:pt x="114300" y="4514925"/>
                  </a:cubicBezTo>
                  <a:lnTo>
                    <a:pt x="114300" y="4410459"/>
                  </a:lnTo>
                  <a:cubicBezTo>
                    <a:pt x="50800" y="4410459"/>
                    <a:pt x="0" y="4549747"/>
                    <a:pt x="0" y="4723858"/>
                  </a:cubicBezTo>
                  <a:close/>
                  <a:moveTo>
                    <a:pt x="10933873" y="101600"/>
                  </a:moveTo>
                  <a:lnTo>
                    <a:pt x="11956381" y="101600"/>
                  </a:lnTo>
                  <a:lnTo>
                    <a:pt x="11956381" y="139700"/>
                  </a:lnTo>
                  <a:lnTo>
                    <a:pt x="10933873" y="139700"/>
                  </a:lnTo>
                  <a:lnTo>
                    <a:pt x="10933873" y="101600"/>
                  </a:lnTo>
                  <a:close/>
                  <a:moveTo>
                    <a:pt x="11189500" y="2230590"/>
                  </a:moveTo>
                  <a:cubicBezTo>
                    <a:pt x="11189500" y="2404701"/>
                    <a:pt x="11416724" y="2543989"/>
                    <a:pt x="11700754" y="2543989"/>
                  </a:cubicBezTo>
                  <a:lnTo>
                    <a:pt x="11700754" y="2439523"/>
                  </a:lnTo>
                  <a:cubicBezTo>
                    <a:pt x="11513295" y="2439523"/>
                    <a:pt x="11359918" y="2345503"/>
                    <a:pt x="11359918" y="2230590"/>
                  </a:cubicBezTo>
                  <a:cubicBezTo>
                    <a:pt x="11359918" y="2115677"/>
                    <a:pt x="11513295" y="2021657"/>
                    <a:pt x="11700754" y="2021657"/>
                  </a:cubicBezTo>
                  <a:lnTo>
                    <a:pt x="11700754" y="1917190"/>
                  </a:lnTo>
                  <a:cubicBezTo>
                    <a:pt x="11416724" y="1917190"/>
                    <a:pt x="11189500" y="2056479"/>
                    <a:pt x="11189500" y="2230590"/>
                  </a:cubicBezTo>
                  <a:close/>
                  <a:moveTo>
                    <a:pt x="3509328" y="116840"/>
                  </a:moveTo>
                  <a:cubicBezTo>
                    <a:pt x="3509328" y="53340"/>
                    <a:pt x="3282104" y="2540"/>
                    <a:pt x="2998074" y="2540"/>
                  </a:cubicBezTo>
                  <a:lnTo>
                    <a:pt x="2998074" y="40640"/>
                  </a:lnTo>
                  <a:cubicBezTo>
                    <a:pt x="3185534" y="40640"/>
                    <a:pt x="3338910" y="74930"/>
                    <a:pt x="3338910" y="116840"/>
                  </a:cubicBezTo>
                  <a:cubicBezTo>
                    <a:pt x="3338910" y="158750"/>
                    <a:pt x="3185534" y="193040"/>
                    <a:pt x="2998074" y="193040"/>
                  </a:cubicBezTo>
                  <a:lnTo>
                    <a:pt x="2998074" y="231140"/>
                  </a:lnTo>
                  <a:cubicBezTo>
                    <a:pt x="3282104" y="231140"/>
                    <a:pt x="3509328" y="180340"/>
                    <a:pt x="3509328" y="116840"/>
                  </a:cubicBezTo>
                  <a:close/>
                  <a:moveTo>
                    <a:pt x="36830" y="0"/>
                  </a:moveTo>
                  <a:lnTo>
                    <a:pt x="74930" y="0"/>
                  </a:lnTo>
                  <a:lnTo>
                    <a:pt x="74930" y="228600"/>
                  </a:lnTo>
                  <a:lnTo>
                    <a:pt x="36830" y="228600"/>
                  </a:lnTo>
                  <a:lnTo>
                    <a:pt x="36830" y="0"/>
                  </a:lnTo>
                  <a:close/>
                  <a:moveTo>
                    <a:pt x="2748128" y="2167910"/>
                  </a:moveTo>
                  <a:lnTo>
                    <a:pt x="3770636" y="2167910"/>
                  </a:lnTo>
                  <a:lnTo>
                    <a:pt x="3770636" y="2272377"/>
                  </a:lnTo>
                  <a:lnTo>
                    <a:pt x="2748128" y="2272377"/>
                  </a:lnTo>
                  <a:lnTo>
                    <a:pt x="2748128" y="2167910"/>
                  </a:lnTo>
                  <a:close/>
                  <a:moveTo>
                    <a:pt x="10933873" y="7178822"/>
                  </a:moveTo>
                  <a:lnTo>
                    <a:pt x="11956381" y="7178822"/>
                  </a:lnTo>
                  <a:lnTo>
                    <a:pt x="11956381" y="7283289"/>
                  </a:lnTo>
                  <a:lnTo>
                    <a:pt x="10933873" y="7283289"/>
                  </a:lnTo>
                  <a:lnTo>
                    <a:pt x="10933873" y="71788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58420"/>
              <a:ext cx="11588756" cy="7489517"/>
            </a:xfrm>
            <a:custGeom>
              <a:avLst/>
              <a:gdLst/>
              <a:ahLst/>
              <a:cxnLst/>
              <a:rect r="r" b="b" t="t" l="l"/>
              <a:pathLst>
                <a:path h="7489517" w="11588756">
                  <a:moveTo>
                    <a:pt x="11418338" y="4359003"/>
                  </a:moveTo>
                  <a:lnTo>
                    <a:pt x="11588756" y="4359003"/>
                  </a:lnTo>
                  <a:lnTo>
                    <a:pt x="11588756" y="4985802"/>
                  </a:lnTo>
                  <a:lnTo>
                    <a:pt x="11418338" y="4985802"/>
                  </a:lnTo>
                  <a:lnTo>
                    <a:pt x="11418338" y="4359003"/>
                  </a:lnTo>
                  <a:close/>
                  <a:moveTo>
                    <a:pt x="7924768" y="114300"/>
                  </a:moveTo>
                  <a:lnTo>
                    <a:pt x="7754351" y="114300"/>
                  </a:lnTo>
                  <a:cubicBezTo>
                    <a:pt x="7754351" y="72390"/>
                    <a:pt x="7600975" y="38100"/>
                    <a:pt x="7413514" y="38100"/>
                  </a:cubicBezTo>
                  <a:cubicBezTo>
                    <a:pt x="7226055" y="38100"/>
                    <a:pt x="7072678" y="72390"/>
                    <a:pt x="7072678" y="114300"/>
                  </a:cubicBezTo>
                  <a:lnTo>
                    <a:pt x="6902260" y="114300"/>
                  </a:lnTo>
                  <a:cubicBezTo>
                    <a:pt x="6902260" y="50800"/>
                    <a:pt x="7129484" y="0"/>
                    <a:pt x="7413514" y="0"/>
                  </a:cubicBezTo>
                  <a:cubicBezTo>
                    <a:pt x="7697544" y="0"/>
                    <a:pt x="7924768" y="50800"/>
                    <a:pt x="7924768" y="114300"/>
                  </a:cubicBezTo>
                  <a:close/>
                  <a:moveTo>
                    <a:pt x="2931521" y="4877854"/>
                  </a:moveTo>
                  <a:lnTo>
                    <a:pt x="3652957" y="4435612"/>
                  </a:lnTo>
                  <a:lnTo>
                    <a:pt x="3772250" y="4508738"/>
                  </a:lnTo>
                  <a:lnTo>
                    <a:pt x="3050814" y="4950980"/>
                  </a:lnTo>
                  <a:lnTo>
                    <a:pt x="2931521" y="4877854"/>
                  </a:lnTo>
                  <a:close/>
                  <a:moveTo>
                    <a:pt x="7322625" y="6862718"/>
                  </a:moveTo>
                  <a:lnTo>
                    <a:pt x="7493043" y="6862718"/>
                  </a:lnTo>
                  <a:lnTo>
                    <a:pt x="7493043" y="7489517"/>
                  </a:lnTo>
                  <a:lnTo>
                    <a:pt x="7322625" y="7489517"/>
                  </a:lnTo>
                  <a:lnTo>
                    <a:pt x="7322625" y="6862718"/>
                  </a:lnTo>
                  <a:close/>
                  <a:moveTo>
                    <a:pt x="17780" y="7374605"/>
                  </a:moveTo>
                  <a:lnTo>
                    <a:pt x="179070" y="6932363"/>
                  </a:lnTo>
                  <a:lnTo>
                    <a:pt x="205740" y="7005489"/>
                  </a:lnTo>
                  <a:lnTo>
                    <a:pt x="44450" y="7447731"/>
                  </a:lnTo>
                  <a:lnTo>
                    <a:pt x="17780" y="7374605"/>
                  </a:lnTo>
                  <a:close/>
                  <a:moveTo>
                    <a:pt x="6970427" y="2356728"/>
                  </a:moveTo>
                  <a:lnTo>
                    <a:pt x="7691865" y="1914486"/>
                  </a:lnTo>
                  <a:lnTo>
                    <a:pt x="7811157" y="1987612"/>
                  </a:lnTo>
                  <a:lnTo>
                    <a:pt x="7089720" y="2429854"/>
                  </a:lnTo>
                  <a:lnTo>
                    <a:pt x="6970427" y="2356728"/>
                  </a:lnTo>
                  <a:close/>
                  <a:moveTo>
                    <a:pt x="0" y="2005024"/>
                  </a:moveTo>
                  <a:lnTo>
                    <a:pt x="38100" y="2005024"/>
                  </a:lnTo>
                  <a:cubicBezTo>
                    <a:pt x="38100" y="2119937"/>
                    <a:pt x="72390" y="2213957"/>
                    <a:pt x="114300" y="2213957"/>
                  </a:cubicBezTo>
                  <a:cubicBezTo>
                    <a:pt x="156210" y="2213957"/>
                    <a:pt x="190500" y="2119937"/>
                    <a:pt x="190500" y="2005024"/>
                  </a:cubicBezTo>
                  <a:lnTo>
                    <a:pt x="228600" y="2005024"/>
                  </a:lnTo>
                  <a:cubicBezTo>
                    <a:pt x="228600" y="2179135"/>
                    <a:pt x="177800" y="2318423"/>
                    <a:pt x="114300" y="2318423"/>
                  </a:cubicBezTo>
                  <a:cubicBezTo>
                    <a:pt x="50800" y="2318423"/>
                    <a:pt x="0" y="2179135"/>
                    <a:pt x="0" y="2005024"/>
                  </a:cubicBezTo>
                  <a:close/>
                  <a:moveTo>
                    <a:pt x="7924768" y="4822138"/>
                  </a:moveTo>
                  <a:lnTo>
                    <a:pt x="7754351" y="4822138"/>
                  </a:lnTo>
                  <a:cubicBezTo>
                    <a:pt x="7754351" y="4707225"/>
                    <a:pt x="7600975" y="4613205"/>
                    <a:pt x="7413514" y="4613205"/>
                  </a:cubicBezTo>
                  <a:cubicBezTo>
                    <a:pt x="7226055" y="4613205"/>
                    <a:pt x="7072678" y="4707225"/>
                    <a:pt x="7072678" y="4822138"/>
                  </a:cubicBezTo>
                  <a:lnTo>
                    <a:pt x="6902260" y="4822138"/>
                  </a:lnTo>
                  <a:cubicBezTo>
                    <a:pt x="6902260" y="4648027"/>
                    <a:pt x="7129484" y="4508738"/>
                    <a:pt x="7413514" y="4508738"/>
                  </a:cubicBezTo>
                  <a:cubicBezTo>
                    <a:pt x="7697544" y="4508738"/>
                    <a:pt x="7924768" y="4648027"/>
                    <a:pt x="7924768" y="4822138"/>
                  </a:cubicBezTo>
                  <a:close/>
                </a:path>
              </a:pathLst>
            </a:custGeom>
            <a:solidFill>
              <a:srgbClr val="FFD93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-1144522" y="8802503"/>
            <a:ext cx="10885545" cy="5442772"/>
          </a:xfrm>
          <a:custGeom>
            <a:avLst/>
            <a:gdLst/>
            <a:ahLst/>
            <a:cxnLst/>
            <a:rect r="r" b="b" t="t" l="l"/>
            <a:pathLst>
              <a:path h="5442772" w="10885545">
                <a:moveTo>
                  <a:pt x="0" y="0"/>
                </a:moveTo>
                <a:lnTo>
                  <a:pt x="10885545" y="0"/>
                </a:lnTo>
                <a:lnTo>
                  <a:pt x="10885545" y="5442773"/>
                </a:lnTo>
                <a:lnTo>
                  <a:pt x="0" y="544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0388" y="2359819"/>
            <a:ext cx="12087225" cy="155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GitHub: </a:t>
            </a:r>
          </a:p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D9D9D9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https://github.com/Ishan-R-C/IBM_Project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4700" y="1000125"/>
            <a:ext cx="11658600" cy="10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20"/>
              </a:lnSpc>
              <a:spcBef>
                <a:spcPct val="0"/>
              </a:spcBef>
            </a:pPr>
            <a:r>
              <a:rPr lang="en-US" b="true" sz="6629">
                <a:solidFill>
                  <a:srgbClr val="FFD93B"/>
                </a:solidFill>
                <a:latin typeface="Prompt Bold"/>
                <a:ea typeface="Prompt Bold"/>
                <a:cs typeface="Prompt Bold"/>
                <a:sym typeface="Prompt Bold"/>
              </a:rPr>
              <a:t>PROJECT LINK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50887" y="5369383"/>
            <a:ext cx="8875059" cy="5304054"/>
            <a:chOff x="369570" y="346710"/>
            <a:chExt cx="2973070" cy="2973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8420" y="0"/>
              <a:ext cx="11956381" cy="7394720"/>
            </a:xfrm>
            <a:custGeom>
              <a:avLst/>
              <a:gdLst/>
              <a:ahLst/>
              <a:cxnLst/>
              <a:rect r="r" b="b" t="t" l="l"/>
              <a:pathLst>
                <a:path h="7394720" w="11956381">
                  <a:moveTo>
                    <a:pt x="3265062" y="7394720"/>
                  </a:moveTo>
                  <a:cubicBezTo>
                    <a:pt x="3549092" y="7394720"/>
                    <a:pt x="3776316" y="7255431"/>
                    <a:pt x="3776316" y="7081320"/>
                  </a:cubicBezTo>
                  <a:lnTo>
                    <a:pt x="3605898" y="7081320"/>
                  </a:lnTo>
                  <a:cubicBezTo>
                    <a:pt x="3605898" y="7196234"/>
                    <a:pt x="3452522" y="7290253"/>
                    <a:pt x="3265062" y="7290253"/>
                  </a:cubicBezTo>
                  <a:cubicBezTo>
                    <a:pt x="3077602" y="7290253"/>
                    <a:pt x="2924226" y="7196234"/>
                    <a:pt x="2924226" y="7081320"/>
                  </a:cubicBezTo>
                  <a:lnTo>
                    <a:pt x="2753808" y="7081320"/>
                  </a:lnTo>
                  <a:cubicBezTo>
                    <a:pt x="2753808" y="7255431"/>
                    <a:pt x="2981032" y="7394720"/>
                    <a:pt x="3265062" y="7394720"/>
                  </a:cubicBezTo>
                  <a:close/>
                  <a:moveTo>
                    <a:pt x="0" y="4723858"/>
                  </a:moveTo>
                  <a:cubicBezTo>
                    <a:pt x="0" y="4897969"/>
                    <a:pt x="50800" y="5037258"/>
                    <a:pt x="114300" y="5037258"/>
                  </a:cubicBezTo>
                  <a:lnTo>
                    <a:pt x="114300" y="4932792"/>
                  </a:lnTo>
                  <a:cubicBezTo>
                    <a:pt x="72390" y="4932792"/>
                    <a:pt x="38100" y="4838772"/>
                    <a:pt x="38100" y="4723858"/>
                  </a:cubicBezTo>
                  <a:cubicBezTo>
                    <a:pt x="38100" y="4608945"/>
                    <a:pt x="72390" y="4514925"/>
                    <a:pt x="114300" y="4514925"/>
                  </a:cubicBezTo>
                  <a:lnTo>
                    <a:pt x="114300" y="4410459"/>
                  </a:lnTo>
                  <a:cubicBezTo>
                    <a:pt x="50800" y="4410459"/>
                    <a:pt x="0" y="4549747"/>
                    <a:pt x="0" y="4723858"/>
                  </a:cubicBezTo>
                  <a:close/>
                  <a:moveTo>
                    <a:pt x="10933873" y="101600"/>
                  </a:moveTo>
                  <a:lnTo>
                    <a:pt x="11956381" y="101600"/>
                  </a:lnTo>
                  <a:lnTo>
                    <a:pt x="11956381" y="139700"/>
                  </a:lnTo>
                  <a:lnTo>
                    <a:pt x="10933873" y="139700"/>
                  </a:lnTo>
                  <a:lnTo>
                    <a:pt x="10933873" y="101600"/>
                  </a:lnTo>
                  <a:close/>
                  <a:moveTo>
                    <a:pt x="11189500" y="2230590"/>
                  </a:moveTo>
                  <a:cubicBezTo>
                    <a:pt x="11189500" y="2404701"/>
                    <a:pt x="11416724" y="2543989"/>
                    <a:pt x="11700754" y="2543989"/>
                  </a:cubicBezTo>
                  <a:lnTo>
                    <a:pt x="11700754" y="2439523"/>
                  </a:lnTo>
                  <a:cubicBezTo>
                    <a:pt x="11513295" y="2439523"/>
                    <a:pt x="11359918" y="2345503"/>
                    <a:pt x="11359918" y="2230590"/>
                  </a:cubicBezTo>
                  <a:cubicBezTo>
                    <a:pt x="11359918" y="2115677"/>
                    <a:pt x="11513295" y="2021657"/>
                    <a:pt x="11700754" y="2021657"/>
                  </a:cubicBezTo>
                  <a:lnTo>
                    <a:pt x="11700754" y="1917190"/>
                  </a:lnTo>
                  <a:cubicBezTo>
                    <a:pt x="11416724" y="1917190"/>
                    <a:pt x="11189500" y="2056479"/>
                    <a:pt x="11189500" y="2230590"/>
                  </a:cubicBezTo>
                  <a:close/>
                  <a:moveTo>
                    <a:pt x="3509328" y="116840"/>
                  </a:moveTo>
                  <a:cubicBezTo>
                    <a:pt x="3509328" y="53340"/>
                    <a:pt x="3282104" y="2540"/>
                    <a:pt x="2998074" y="2540"/>
                  </a:cubicBezTo>
                  <a:lnTo>
                    <a:pt x="2998074" y="40640"/>
                  </a:lnTo>
                  <a:cubicBezTo>
                    <a:pt x="3185534" y="40640"/>
                    <a:pt x="3338910" y="74930"/>
                    <a:pt x="3338910" y="116840"/>
                  </a:cubicBezTo>
                  <a:cubicBezTo>
                    <a:pt x="3338910" y="158750"/>
                    <a:pt x="3185534" y="193040"/>
                    <a:pt x="2998074" y="193040"/>
                  </a:cubicBezTo>
                  <a:lnTo>
                    <a:pt x="2998074" y="231140"/>
                  </a:lnTo>
                  <a:cubicBezTo>
                    <a:pt x="3282104" y="231140"/>
                    <a:pt x="3509328" y="180340"/>
                    <a:pt x="3509328" y="116840"/>
                  </a:cubicBezTo>
                  <a:close/>
                  <a:moveTo>
                    <a:pt x="36830" y="0"/>
                  </a:moveTo>
                  <a:lnTo>
                    <a:pt x="74930" y="0"/>
                  </a:lnTo>
                  <a:lnTo>
                    <a:pt x="74930" y="228600"/>
                  </a:lnTo>
                  <a:lnTo>
                    <a:pt x="36830" y="228600"/>
                  </a:lnTo>
                  <a:lnTo>
                    <a:pt x="36830" y="0"/>
                  </a:lnTo>
                  <a:close/>
                  <a:moveTo>
                    <a:pt x="2748128" y="2167910"/>
                  </a:moveTo>
                  <a:lnTo>
                    <a:pt x="3770636" y="2167910"/>
                  </a:lnTo>
                  <a:lnTo>
                    <a:pt x="3770636" y="2272377"/>
                  </a:lnTo>
                  <a:lnTo>
                    <a:pt x="2748128" y="2272377"/>
                  </a:lnTo>
                  <a:lnTo>
                    <a:pt x="2748128" y="2167910"/>
                  </a:lnTo>
                  <a:close/>
                  <a:moveTo>
                    <a:pt x="10933873" y="7178822"/>
                  </a:moveTo>
                  <a:lnTo>
                    <a:pt x="11956381" y="7178822"/>
                  </a:lnTo>
                  <a:lnTo>
                    <a:pt x="11956381" y="7283289"/>
                  </a:lnTo>
                  <a:lnTo>
                    <a:pt x="10933873" y="7283289"/>
                  </a:lnTo>
                  <a:lnTo>
                    <a:pt x="10933873" y="71788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58420"/>
              <a:ext cx="11588756" cy="7489517"/>
            </a:xfrm>
            <a:custGeom>
              <a:avLst/>
              <a:gdLst/>
              <a:ahLst/>
              <a:cxnLst/>
              <a:rect r="r" b="b" t="t" l="l"/>
              <a:pathLst>
                <a:path h="7489517" w="11588756">
                  <a:moveTo>
                    <a:pt x="11418338" y="4359003"/>
                  </a:moveTo>
                  <a:lnTo>
                    <a:pt x="11588756" y="4359003"/>
                  </a:lnTo>
                  <a:lnTo>
                    <a:pt x="11588756" y="4985802"/>
                  </a:lnTo>
                  <a:lnTo>
                    <a:pt x="11418338" y="4985802"/>
                  </a:lnTo>
                  <a:lnTo>
                    <a:pt x="11418338" y="4359003"/>
                  </a:lnTo>
                  <a:close/>
                  <a:moveTo>
                    <a:pt x="7924768" y="114300"/>
                  </a:moveTo>
                  <a:lnTo>
                    <a:pt x="7754351" y="114300"/>
                  </a:lnTo>
                  <a:cubicBezTo>
                    <a:pt x="7754351" y="72390"/>
                    <a:pt x="7600975" y="38100"/>
                    <a:pt x="7413514" y="38100"/>
                  </a:cubicBezTo>
                  <a:cubicBezTo>
                    <a:pt x="7226055" y="38100"/>
                    <a:pt x="7072678" y="72390"/>
                    <a:pt x="7072678" y="114300"/>
                  </a:cubicBezTo>
                  <a:lnTo>
                    <a:pt x="6902260" y="114300"/>
                  </a:lnTo>
                  <a:cubicBezTo>
                    <a:pt x="6902260" y="50800"/>
                    <a:pt x="7129484" y="0"/>
                    <a:pt x="7413514" y="0"/>
                  </a:cubicBezTo>
                  <a:cubicBezTo>
                    <a:pt x="7697544" y="0"/>
                    <a:pt x="7924768" y="50800"/>
                    <a:pt x="7924768" y="114300"/>
                  </a:cubicBezTo>
                  <a:close/>
                  <a:moveTo>
                    <a:pt x="2931521" y="4877854"/>
                  </a:moveTo>
                  <a:lnTo>
                    <a:pt x="3652957" y="4435612"/>
                  </a:lnTo>
                  <a:lnTo>
                    <a:pt x="3772250" y="4508738"/>
                  </a:lnTo>
                  <a:lnTo>
                    <a:pt x="3050814" y="4950980"/>
                  </a:lnTo>
                  <a:lnTo>
                    <a:pt x="2931521" y="4877854"/>
                  </a:lnTo>
                  <a:close/>
                  <a:moveTo>
                    <a:pt x="7322625" y="6862718"/>
                  </a:moveTo>
                  <a:lnTo>
                    <a:pt x="7493043" y="6862718"/>
                  </a:lnTo>
                  <a:lnTo>
                    <a:pt x="7493043" y="7489517"/>
                  </a:lnTo>
                  <a:lnTo>
                    <a:pt x="7322625" y="7489517"/>
                  </a:lnTo>
                  <a:lnTo>
                    <a:pt x="7322625" y="6862718"/>
                  </a:lnTo>
                  <a:close/>
                  <a:moveTo>
                    <a:pt x="17780" y="7374605"/>
                  </a:moveTo>
                  <a:lnTo>
                    <a:pt x="179070" y="6932363"/>
                  </a:lnTo>
                  <a:lnTo>
                    <a:pt x="205740" y="7005489"/>
                  </a:lnTo>
                  <a:lnTo>
                    <a:pt x="44450" y="7447731"/>
                  </a:lnTo>
                  <a:lnTo>
                    <a:pt x="17780" y="7374605"/>
                  </a:lnTo>
                  <a:close/>
                  <a:moveTo>
                    <a:pt x="6970427" y="2356728"/>
                  </a:moveTo>
                  <a:lnTo>
                    <a:pt x="7691865" y="1914486"/>
                  </a:lnTo>
                  <a:lnTo>
                    <a:pt x="7811157" y="1987612"/>
                  </a:lnTo>
                  <a:lnTo>
                    <a:pt x="7089720" y="2429854"/>
                  </a:lnTo>
                  <a:lnTo>
                    <a:pt x="6970427" y="2356728"/>
                  </a:lnTo>
                  <a:close/>
                  <a:moveTo>
                    <a:pt x="0" y="2005024"/>
                  </a:moveTo>
                  <a:lnTo>
                    <a:pt x="38100" y="2005024"/>
                  </a:lnTo>
                  <a:cubicBezTo>
                    <a:pt x="38100" y="2119937"/>
                    <a:pt x="72390" y="2213957"/>
                    <a:pt x="114300" y="2213957"/>
                  </a:cubicBezTo>
                  <a:cubicBezTo>
                    <a:pt x="156210" y="2213957"/>
                    <a:pt x="190500" y="2119937"/>
                    <a:pt x="190500" y="2005024"/>
                  </a:cubicBezTo>
                  <a:lnTo>
                    <a:pt x="228600" y="2005024"/>
                  </a:lnTo>
                  <a:cubicBezTo>
                    <a:pt x="228600" y="2179135"/>
                    <a:pt x="177800" y="2318423"/>
                    <a:pt x="114300" y="2318423"/>
                  </a:cubicBezTo>
                  <a:cubicBezTo>
                    <a:pt x="50800" y="2318423"/>
                    <a:pt x="0" y="2179135"/>
                    <a:pt x="0" y="2005024"/>
                  </a:cubicBezTo>
                  <a:close/>
                  <a:moveTo>
                    <a:pt x="7924768" y="4822138"/>
                  </a:moveTo>
                  <a:lnTo>
                    <a:pt x="7754351" y="4822138"/>
                  </a:lnTo>
                  <a:cubicBezTo>
                    <a:pt x="7754351" y="4707225"/>
                    <a:pt x="7600975" y="4613205"/>
                    <a:pt x="7413514" y="4613205"/>
                  </a:cubicBezTo>
                  <a:cubicBezTo>
                    <a:pt x="7226055" y="4613205"/>
                    <a:pt x="7072678" y="4707225"/>
                    <a:pt x="7072678" y="4822138"/>
                  </a:cubicBezTo>
                  <a:lnTo>
                    <a:pt x="6902260" y="4822138"/>
                  </a:lnTo>
                  <a:cubicBezTo>
                    <a:pt x="6902260" y="4648027"/>
                    <a:pt x="7129484" y="4508738"/>
                    <a:pt x="7413514" y="4508738"/>
                  </a:cubicBezTo>
                  <a:cubicBezTo>
                    <a:pt x="7697544" y="4508738"/>
                    <a:pt x="7924768" y="4648027"/>
                    <a:pt x="7924768" y="4822138"/>
                  </a:cubicBezTo>
                  <a:close/>
                </a:path>
              </a:pathLst>
            </a:custGeom>
            <a:solidFill>
              <a:srgbClr val="FFD93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-695209" y="7864886"/>
            <a:ext cx="10885545" cy="5442772"/>
          </a:xfrm>
          <a:custGeom>
            <a:avLst/>
            <a:gdLst/>
            <a:ahLst/>
            <a:cxnLst/>
            <a:rect r="r" b="b" t="t" l="l"/>
            <a:pathLst>
              <a:path h="5442772" w="10885545">
                <a:moveTo>
                  <a:pt x="0" y="0"/>
                </a:moveTo>
                <a:lnTo>
                  <a:pt x="10885545" y="0"/>
                </a:lnTo>
                <a:lnTo>
                  <a:pt x="10885545" y="5442773"/>
                </a:lnTo>
                <a:lnTo>
                  <a:pt x="0" y="544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DAG4sJAN9YY</dc:identifier>
  <dcterms:modified xsi:type="dcterms:W3CDTF">2011-08-01T06:04:30Z</dcterms:modified>
  <cp:revision>1</cp:revision>
  <dc:title>IBM PPT</dc:title>
</cp:coreProperties>
</file>