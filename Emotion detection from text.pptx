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roxima Nova Bold" charset="1" panose="02000506030000020004"/>
      <p:regular r:id="rId16"/>
    </p:embeddedFont>
    <p:embeddedFont>
      <p:font typeface="Nunito Bold" charset="1" panose="00000000000000000000"/>
      <p:regular r:id="rId17"/>
    </p:embeddedFont>
    <p:embeddedFont>
      <p:font typeface="Nunito" charset="1" panose="00000000000000000000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3244386"/>
            <a:ext cx="16230600" cy="281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0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EMOTIO</a:t>
            </a:r>
            <a:r>
              <a:rPr lang="en-US" b="true" sz="106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 DETECTION FROM TEXT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32671" y="6488823"/>
            <a:ext cx="6622657" cy="1374172"/>
            <a:chOff x="0" y="0"/>
            <a:chExt cx="1744239" cy="3619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44239" cy="361922"/>
            </a:xfrm>
            <a:custGeom>
              <a:avLst/>
              <a:gdLst/>
              <a:ahLst/>
              <a:cxnLst/>
              <a:rect r="r" b="b" t="t" l="l"/>
              <a:pathLst>
                <a:path h="361922" w="1744239">
                  <a:moveTo>
                    <a:pt x="59619" y="0"/>
                  </a:moveTo>
                  <a:lnTo>
                    <a:pt x="1684620" y="0"/>
                  </a:lnTo>
                  <a:cubicBezTo>
                    <a:pt x="1700432" y="0"/>
                    <a:pt x="1715596" y="6281"/>
                    <a:pt x="1726777" y="17462"/>
                  </a:cubicBezTo>
                  <a:cubicBezTo>
                    <a:pt x="1737958" y="28643"/>
                    <a:pt x="1744239" y="43807"/>
                    <a:pt x="1744239" y="59619"/>
                  </a:cubicBezTo>
                  <a:lnTo>
                    <a:pt x="1744239" y="302303"/>
                  </a:lnTo>
                  <a:cubicBezTo>
                    <a:pt x="1744239" y="335229"/>
                    <a:pt x="1717547" y="361922"/>
                    <a:pt x="1684620" y="361922"/>
                  </a:cubicBezTo>
                  <a:lnTo>
                    <a:pt x="59619" y="361922"/>
                  </a:lnTo>
                  <a:cubicBezTo>
                    <a:pt x="26692" y="361922"/>
                    <a:pt x="0" y="335229"/>
                    <a:pt x="0" y="302303"/>
                  </a:cubicBezTo>
                  <a:lnTo>
                    <a:pt x="0" y="59619"/>
                  </a:lnTo>
                  <a:cubicBezTo>
                    <a:pt x="0" y="26692"/>
                    <a:pt x="26692" y="0"/>
                    <a:pt x="596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44239" cy="400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632339" y="6570120"/>
            <a:ext cx="7023321" cy="114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 spc="6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Student:</a:t>
            </a:r>
            <a:r>
              <a:rPr lang="en-US" sz="3300" spc="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Ishan Ray Chaudhuri</a:t>
            </a:r>
          </a:p>
          <a:p>
            <a:pPr algn="ctr">
              <a:lnSpc>
                <a:spcPts val="4620"/>
              </a:lnSpc>
            </a:pPr>
            <a:r>
              <a:rPr lang="en-US" b="true" sz="3300" spc="6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Guide:</a:t>
            </a:r>
            <a:r>
              <a:rPr lang="en-US" sz="3300" spc="66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Himanshu Souda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85116" y="1554505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4352" y="3297885"/>
            <a:ext cx="13299297" cy="433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This is a machine learning project for classifying emotions from social-media text. It classifies input sentences into emotions like joy, anger, sadness, fear, and surprise.</a:t>
            </a:r>
          </a:p>
          <a:p>
            <a:pPr algn="l">
              <a:lnSpc>
                <a:spcPts val="4339"/>
              </a:lnSpc>
            </a:pPr>
            <a:r>
              <a:rPr lang="en-US" sz="30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Tools and Technologies Used: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Python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Streamlit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Google Colab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GitHub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941378"/>
            <a:ext cx="8642658" cy="5566060"/>
          </a:xfrm>
          <a:custGeom>
            <a:avLst/>
            <a:gdLst/>
            <a:ahLst/>
            <a:cxnLst/>
            <a:rect r="r" b="b" t="t" l="l"/>
            <a:pathLst>
              <a:path h="5566060" w="8642658">
                <a:moveTo>
                  <a:pt x="0" y="0"/>
                </a:moveTo>
                <a:lnTo>
                  <a:pt x="8642658" y="0"/>
                </a:lnTo>
                <a:lnTo>
                  <a:pt x="8642658" y="5566059"/>
                </a:lnTo>
                <a:lnTo>
                  <a:pt x="0" y="55660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4" t="0" r="0" b="-124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85116" y="1230454"/>
            <a:ext cx="1011776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 USED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008562"/>
            <a:ext cx="162306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An open source dataset from Kaggle was chosen at first with following parameters: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46779" y="5086350"/>
            <a:ext cx="4128090" cy="2436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6"/>
              </a:lnSpc>
            </a:pPr>
            <a:r>
              <a:rPr lang="en-US" sz="2761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Issues: </a:t>
            </a:r>
          </a:p>
          <a:p>
            <a:pPr algn="l" marL="596312" indent="-298156" lvl="1">
              <a:lnSpc>
                <a:spcPts val="3866"/>
              </a:lnSpc>
              <a:buFont typeface="Arial"/>
              <a:buChar char="•"/>
            </a:pPr>
            <a:r>
              <a:rPr lang="en-US" sz="276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Highly imbalanced.</a:t>
            </a:r>
          </a:p>
          <a:p>
            <a:pPr algn="l" marL="596312" indent="-298156" lvl="1">
              <a:lnSpc>
                <a:spcPts val="3866"/>
              </a:lnSpc>
              <a:buFont typeface="Arial"/>
              <a:buChar char="•"/>
            </a:pPr>
            <a:r>
              <a:rPr lang="en-US" sz="276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Minor classes with too few samples (“disgust”, “shame”).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044258"/>
            <a:ext cx="8557448" cy="5632954"/>
          </a:xfrm>
          <a:custGeom>
            <a:avLst/>
            <a:gdLst/>
            <a:ahLst/>
            <a:cxnLst/>
            <a:rect r="r" b="b" t="t" l="l"/>
            <a:pathLst>
              <a:path h="5632954" w="8557448">
                <a:moveTo>
                  <a:pt x="0" y="0"/>
                </a:moveTo>
                <a:lnTo>
                  <a:pt x="8557448" y="0"/>
                </a:lnTo>
                <a:lnTo>
                  <a:pt x="8557448" y="5632954"/>
                </a:lnTo>
                <a:lnTo>
                  <a:pt x="0" y="5632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6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464000" y="1230454"/>
            <a:ext cx="1136000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 CLEANING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98735" y="3248149"/>
            <a:ext cx="6431865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Steps taken: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Removed under-represented labels: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– Removed shame and disgust due to insufficient samples.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Balanced dominant label: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– Randomly sampled 50% of 'joy' (~5.5K samples) to reduce dominance.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Outcome: 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More reliable and fair training distribution.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51096" y="3128474"/>
            <a:ext cx="10209087" cy="5104543"/>
          </a:xfrm>
          <a:custGeom>
            <a:avLst/>
            <a:gdLst/>
            <a:ahLst/>
            <a:cxnLst/>
            <a:rect r="r" b="b" t="t" l="l"/>
            <a:pathLst>
              <a:path h="5104543" w="10209087">
                <a:moveTo>
                  <a:pt x="0" y="0"/>
                </a:moveTo>
                <a:lnTo>
                  <a:pt x="10209087" y="0"/>
                </a:lnTo>
                <a:lnTo>
                  <a:pt x="10209087" y="5104543"/>
                </a:lnTo>
                <a:lnTo>
                  <a:pt x="0" y="51045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75998" y="1115741"/>
            <a:ext cx="11136003" cy="1384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b="true" sz="81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TEXT PREPROCESSING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10653" y="2935005"/>
            <a:ext cx="5988081" cy="543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Preprocessing applied to all text inputs: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Convert to lowercase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Remove URLs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Remove numbers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Remove punctuation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Normalize whitespace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Generate clean_text column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Clean text → better embeddings → better model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20574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1702233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1289267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905000"/>
            <a:ext cx="16230600" cy="135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b="true" sz="79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END-TO-END MODEL WORKFLOW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3333" y="3523608"/>
            <a:ext cx="14941333" cy="454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Prepared and formatted the dataset for training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Tokenized text so the model can understand it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Fine-tuned the RoBERTa base model on 6 emotion categories</a:t>
            </a:r>
          </a:p>
          <a:p>
            <a:pPr algn="l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Achieved ~70% accuracy in identifying emotions from text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1203250"/>
            <a:ext cx="10261737" cy="148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b="true" sz="87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WORKING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57223" y="2620568"/>
            <a:ext cx="10173554" cy="1725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model loads, processes input text, and outputs the predicted emotion with confidence to user through streamlit.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808513" y="4670622"/>
            <a:ext cx="5352943" cy="5023132"/>
          </a:xfrm>
          <a:custGeom>
            <a:avLst/>
            <a:gdLst/>
            <a:ahLst/>
            <a:cxnLst/>
            <a:rect r="r" b="b" t="t" l="l"/>
            <a:pathLst>
              <a:path h="5023132" w="5352943">
                <a:moveTo>
                  <a:pt x="0" y="0"/>
                </a:moveTo>
                <a:lnTo>
                  <a:pt x="5352943" y="0"/>
                </a:lnTo>
                <a:lnTo>
                  <a:pt x="5352943" y="5023132"/>
                </a:lnTo>
                <a:lnTo>
                  <a:pt x="0" y="50231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360" b="-426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52527" y="4660824"/>
            <a:ext cx="5003561" cy="5023132"/>
          </a:xfrm>
          <a:custGeom>
            <a:avLst/>
            <a:gdLst/>
            <a:ahLst/>
            <a:cxnLst/>
            <a:rect r="r" b="b" t="t" l="l"/>
            <a:pathLst>
              <a:path h="5023132" w="5003561">
                <a:moveTo>
                  <a:pt x="0" y="0"/>
                </a:moveTo>
                <a:lnTo>
                  <a:pt x="5003561" y="0"/>
                </a:lnTo>
                <a:lnTo>
                  <a:pt x="5003561" y="5023132"/>
                </a:lnTo>
                <a:lnTo>
                  <a:pt x="0" y="50231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4684435"/>
            <a:ext cx="5127129" cy="5032930"/>
          </a:xfrm>
          <a:custGeom>
            <a:avLst/>
            <a:gdLst/>
            <a:ahLst/>
            <a:cxnLst/>
            <a:rect r="r" b="b" t="t" l="l"/>
            <a:pathLst>
              <a:path h="5032930" w="5127129">
                <a:moveTo>
                  <a:pt x="0" y="0"/>
                </a:moveTo>
                <a:lnTo>
                  <a:pt x="5127129" y="0"/>
                </a:lnTo>
                <a:lnTo>
                  <a:pt x="5127129" y="5032930"/>
                </a:lnTo>
                <a:lnTo>
                  <a:pt x="0" y="50329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90997" y="1096636"/>
            <a:ext cx="8306006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APPLICATIONS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3333" y="2770112"/>
            <a:ext cx="14941333" cy="5310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Customer support sentiment analysis</a:t>
            </a:r>
          </a:p>
          <a:p>
            <a:pPr algn="just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Social media monitoring</a:t>
            </a:r>
          </a:p>
          <a:p>
            <a:pPr algn="just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Emotion-aware chatbots</a:t>
            </a:r>
          </a:p>
          <a:p>
            <a:pPr algn="just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Feedback analytics</a:t>
            </a:r>
          </a:p>
          <a:p>
            <a:pPr algn="just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 moderation (flagging toxic or emotional posts)</a:t>
            </a:r>
          </a:p>
          <a:p>
            <a:pPr algn="just" marL="928361" indent="-464181" lvl="1">
              <a:lnSpc>
                <a:spcPts val="6019"/>
              </a:lnSpc>
              <a:buFont typeface="Arial"/>
              <a:buChar char="•"/>
            </a:pPr>
            <a:r>
              <a:rPr lang="en-US" sz="4299" spc="-68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Email prioritization (identify urgent or emotionally intense messages)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64747" y="1230454"/>
            <a:ext cx="955850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FUTURE SCOPE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3333" y="3207384"/>
            <a:ext cx="14941333" cy="378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Deploy as full web app/API</a:t>
            </a:r>
          </a:p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Multilingual support</a:t>
            </a:r>
          </a:p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Better more diverse datasets</a:t>
            </a:r>
          </a:p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Real-time chat emotion tracking</a:t>
            </a:r>
          </a:p>
          <a:p>
            <a:pPr algn="just">
              <a:lnSpc>
                <a:spcPts val="6019"/>
              </a:lnSpc>
            </a:pPr>
            <a:r>
              <a:rPr lang="en-US" sz="42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• Visual dashboards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263466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99859" y="5610225"/>
            <a:ext cx="11688282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95"/>
              </a:lnSpc>
            </a:pPr>
            <a:r>
              <a:rPr lang="en-US" sz="4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GitHub: </a:t>
            </a:r>
          </a:p>
          <a:p>
            <a:pPr algn="ctr">
              <a:lnSpc>
                <a:spcPts val="5895"/>
              </a:lnSpc>
            </a:pPr>
            <a:r>
              <a:rPr lang="en-US" sz="49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https://github.com/Ishan-R-C/IBM_Project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DAG7AhhV1Bg</dc:identifier>
  <dcterms:modified xsi:type="dcterms:W3CDTF">2011-08-01T06:04:30Z</dcterms:modified>
  <cp:revision>1</cp:revision>
  <dc:title>Emotion detection from text</dc:title>
</cp:coreProperties>
</file>